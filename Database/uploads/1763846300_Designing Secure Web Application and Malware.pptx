
<file path=[Content_Types].xml><?xml version="1.0" encoding="utf-8"?>
<Types xmlns="http://schemas.openxmlformats.org/package/2006/content-types">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17.xml"/>
  <Override ContentType="application/vnd.openxmlformats-officedocument.presentationml.notesSlide+xml" PartName="/ppt/notesSlides/notesSlide16.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strictFirstAndLastChars="0" saveSubsetFonts="1">
  <p:sldMasterIdLst>
    <p:sldMasterId id="2147483648"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y="6858000" cx="12192000"/>
  <p:notesSz cx="6858000" cy="9144000"/>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000000"/>
          </p15:clr>
        </p15:guide>
        <p15:guide id="2" pos="3840">
          <p15:clr>
            <a:srgbClr val="000000"/>
          </p15:clr>
        </p15:guide>
      </p15:sldGuideLst>
    </p:ext>
    <p:ext uri="GoogleSlidesCustomDataVersion2">
      <go:slidesCustomData xmlns:go="http://customooxmlschemas.google.com/" r:id="rId25" roundtripDataSignature="AMtx7mjbKhqETMLsrcfytxVFA31Rw+DNjA=="/>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C1C351AD-6DE8-403F-99F6-21B57A50C426}">
  <a:tblStyle styleId="{C1C351AD-6DE8-403F-99F6-21B57A50C426}"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5" Type="http://customschemas.google.com/relationships/presentationmetadata" Target="metadata"/><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0" name="Shape 80"/>
        <p:cNvGrpSpPr/>
        <p:nvPr/>
      </p:nvGrpSpPr>
      <p:grpSpPr>
        <a:xfrm>
          <a:off x="0" y="0"/>
          <a:ext cx="0" cy="0"/>
          <a:chOff x="0" y="0"/>
          <a:chExt cx="0" cy="0"/>
        </a:xfrm>
      </p:grpSpPr>
      <p:sp>
        <p:nvSpPr>
          <p:cNvPr id="81" name="Google Shape;81;p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2" name="Google Shape;82;p1: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87" name="Google Shape;87;p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1" name="Shape 91"/>
        <p:cNvGrpSpPr/>
        <p:nvPr/>
      </p:nvGrpSpPr>
      <p:grpSpPr>
        <a:xfrm>
          <a:off x="0" y="0"/>
          <a:ext cx="0" cy="0"/>
          <a:chOff x="0" y="0"/>
          <a:chExt cx="0" cy="0"/>
        </a:xfrm>
      </p:grpSpPr>
      <p:sp>
        <p:nvSpPr>
          <p:cNvPr id="92" name="Google Shape;92;p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3" name="Google Shape;93;p3: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p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99" name="Google Shape;99;p4: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4" name="Shape 104"/>
        <p:cNvGrpSpPr/>
        <p:nvPr/>
      </p:nvGrpSpPr>
      <p:grpSpPr>
        <a:xfrm>
          <a:off x="0" y="0"/>
          <a:ext cx="0" cy="0"/>
          <a:chOff x="0" y="0"/>
          <a:chExt cx="0" cy="0"/>
        </a:xfrm>
      </p:grpSpPr>
      <p:sp>
        <p:nvSpPr>
          <p:cNvPr id="105" name="Google Shape;105;p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06" name="Google Shape;106;p5: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0" name="Shape 110"/>
        <p:cNvGrpSpPr/>
        <p:nvPr/>
      </p:nvGrpSpPr>
      <p:grpSpPr>
        <a:xfrm>
          <a:off x="0" y="0"/>
          <a:ext cx="0" cy="0"/>
          <a:chOff x="0" y="0"/>
          <a:chExt cx="0" cy="0"/>
        </a:xfrm>
      </p:grpSpPr>
      <p:sp>
        <p:nvSpPr>
          <p:cNvPr id="111" name="Google Shape;111;p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2" name="Google Shape;112;p6: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5" name="Shape 115"/>
        <p:cNvGrpSpPr/>
        <p:nvPr/>
      </p:nvGrpSpPr>
      <p:grpSpPr>
        <a:xfrm>
          <a:off x="0" y="0"/>
          <a:ext cx="0" cy="0"/>
          <a:chOff x="0" y="0"/>
          <a:chExt cx="0" cy="0"/>
        </a:xfrm>
      </p:grpSpPr>
      <p:sp>
        <p:nvSpPr>
          <p:cNvPr id="116" name="Google Shape;116;p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17" name="Google Shape;117;p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3" name="Google Shape;123;p8: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7" name="Shape 127"/>
        <p:cNvGrpSpPr/>
        <p:nvPr/>
      </p:nvGrpSpPr>
      <p:grpSpPr>
        <a:xfrm>
          <a:off x="0" y="0"/>
          <a:ext cx="0" cy="0"/>
          <a:chOff x="0" y="0"/>
          <a:chExt cx="0" cy="0"/>
        </a:xfrm>
      </p:grpSpPr>
      <p:sp>
        <p:nvSpPr>
          <p:cNvPr id="128" name="Google Shape;128;p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29" name="Google Shape;129;p12: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5" name="Shape 135"/>
        <p:cNvGrpSpPr/>
        <p:nvPr/>
      </p:nvGrpSpPr>
      <p:grpSpPr>
        <a:xfrm>
          <a:off x="0" y="0"/>
          <a:ext cx="0" cy="0"/>
          <a:chOff x="0" y="0"/>
          <a:chExt cx="0" cy="0"/>
        </a:xfrm>
      </p:grpSpPr>
      <p:sp>
        <p:nvSpPr>
          <p:cNvPr id="136" name="Google Shape;136;g36afb532def_0_0: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37" name="Google Shape;137;g36afb532def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1" name="Shape 141"/>
        <p:cNvGrpSpPr/>
        <p:nvPr/>
      </p:nvGrpSpPr>
      <p:grpSpPr>
        <a:xfrm>
          <a:off x="0" y="0"/>
          <a:ext cx="0" cy="0"/>
          <a:chOff x="0" y="0"/>
          <a:chExt cx="0" cy="0"/>
        </a:xfrm>
      </p:grpSpPr>
      <p:sp>
        <p:nvSpPr>
          <p:cNvPr id="142" name="Google Shape;142;g36afb532def_0_7: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3" name="Google Shape;143;g36afb532def_0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7" name="Shape 147"/>
        <p:cNvGrpSpPr/>
        <p:nvPr/>
      </p:nvGrpSpPr>
      <p:grpSpPr>
        <a:xfrm>
          <a:off x="0" y="0"/>
          <a:ext cx="0" cy="0"/>
          <a:chOff x="0" y="0"/>
          <a:chExt cx="0" cy="0"/>
        </a:xfrm>
      </p:grpSpPr>
      <p:sp>
        <p:nvSpPr>
          <p:cNvPr id="148" name="Google Shape;148;g36afb532def_0_14:notes"/>
          <p:cNvSpPr/>
          <p:nvPr>
            <p:ph idx="2" type="sldImg"/>
          </p:nvPr>
        </p:nvSpPr>
        <p:spPr>
          <a:xfrm>
            <a:off x="1143225" y="685800"/>
            <a:ext cx="4572300" cy="3429000"/>
          </a:xfrm>
          <a:custGeom>
            <a:rect b="b" l="l" r="r" t="t"/>
            <a:pathLst>
              <a:path extrusionOk="0" h="120000" w="120000">
                <a:moveTo>
                  <a:pt x="0" y="0"/>
                </a:moveTo>
                <a:lnTo>
                  <a:pt x="120000" y="0"/>
                </a:lnTo>
                <a:lnTo>
                  <a:pt x="120000" y="120000"/>
                </a:lnTo>
                <a:lnTo>
                  <a:pt x="0" y="120000"/>
                </a:lnTo>
                <a:close/>
              </a:path>
            </a:pathLst>
          </a:custGeom>
        </p:spPr>
      </p:sp>
      <p:sp>
        <p:nvSpPr>
          <p:cNvPr id="149" name="Google Shape;149;g36afb532def_0_1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9" name="Shape 159"/>
        <p:cNvGrpSpPr/>
        <p:nvPr/>
      </p:nvGrpSpPr>
      <p:grpSpPr>
        <a:xfrm>
          <a:off x="0" y="0"/>
          <a:ext cx="0" cy="0"/>
          <a:chOff x="0" y="0"/>
          <a:chExt cx="0" cy="0"/>
        </a:xfrm>
      </p:grpSpPr>
      <p:sp>
        <p:nvSpPr>
          <p:cNvPr id="160" name="Google Shape;160;p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1" name="Google Shape;161;p67:notes"/>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5" name="Shape 165"/>
        <p:cNvGrpSpPr/>
        <p:nvPr/>
      </p:nvGrpSpPr>
      <p:grpSpPr>
        <a:xfrm>
          <a:off x="0" y="0"/>
          <a:ext cx="0" cy="0"/>
          <a:chOff x="0" y="0"/>
          <a:chExt cx="0" cy="0"/>
        </a:xfrm>
      </p:grpSpPr>
      <p:sp>
        <p:nvSpPr>
          <p:cNvPr id="166" name="Google Shape;166;g33a30e3e94f_0_5:notes"/>
          <p:cNvSpPr txBox="1"/>
          <p:nvPr>
            <p:ph idx="1" type="body"/>
          </p:nvPr>
        </p:nvSpPr>
        <p:spPr>
          <a:xfrm>
            <a:off x="685802" y="4400550"/>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67" name="Google Shape;167;g33a30e3e94f_0_5:notes"/>
          <p:cNvSpPr/>
          <p:nvPr>
            <p:ph idx="2" type="sldImg"/>
          </p:nvPr>
        </p:nvSpPr>
        <p:spPr>
          <a:xfrm>
            <a:off x="713122" y="1143000"/>
            <a:ext cx="54318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g33a30e3e94f_0_10:notes"/>
          <p:cNvSpPr txBox="1"/>
          <p:nvPr>
            <p:ph idx="1" type="body"/>
          </p:nvPr>
        </p:nvSpPr>
        <p:spPr>
          <a:xfrm>
            <a:off x="685802" y="4400550"/>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73" name="Google Shape;173;g33a30e3e94f_0_10:notes"/>
          <p:cNvSpPr/>
          <p:nvPr>
            <p:ph idx="2" type="sldImg"/>
          </p:nvPr>
        </p:nvSpPr>
        <p:spPr>
          <a:xfrm>
            <a:off x="713122" y="1143000"/>
            <a:ext cx="54318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9" name="Shape 179"/>
        <p:cNvGrpSpPr/>
        <p:nvPr/>
      </p:nvGrpSpPr>
      <p:grpSpPr>
        <a:xfrm>
          <a:off x="0" y="0"/>
          <a:ext cx="0" cy="0"/>
          <a:chOff x="0" y="0"/>
          <a:chExt cx="0" cy="0"/>
        </a:xfrm>
      </p:grpSpPr>
      <p:sp>
        <p:nvSpPr>
          <p:cNvPr id="180" name="Google Shape;180;g33a30e3e94f_0_17:notes"/>
          <p:cNvSpPr txBox="1"/>
          <p:nvPr>
            <p:ph idx="1" type="body"/>
          </p:nvPr>
        </p:nvSpPr>
        <p:spPr>
          <a:xfrm>
            <a:off x="685802" y="4400550"/>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1" name="Google Shape;181;g33a30e3e94f_0_17:notes"/>
          <p:cNvSpPr/>
          <p:nvPr>
            <p:ph idx="2" type="sldImg"/>
          </p:nvPr>
        </p:nvSpPr>
        <p:spPr>
          <a:xfrm>
            <a:off x="713122" y="1143000"/>
            <a:ext cx="54318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5" name="Shape 185"/>
        <p:cNvGrpSpPr/>
        <p:nvPr/>
      </p:nvGrpSpPr>
      <p:grpSpPr>
        <a:xfrm>
          <a:off x="0" y="0"/>
          <a:ext cx="0" cy="0"/>
          <a:chOff x="0" y="0"/>
          <a:chExt cx="0" cy="0"/>
        </a:xfrm>
      </p:grpSpPr>
      <p:sp>
        <p:nvSpPr>
          <p:cNvPr id="186" name="Google Shape;186;g33a30e3e94f_0_22:notes"/>
          <p:cNvSpPr txBox="1"/>
          <p:nvPr>
            <p:ph idx="1" type="body"/>
          </p:nvPr>
        </p:nvSpPr>
        <p:spPr>
          <a:xfrm>
            <a:off x="685802" y="4400550"/>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87" name="Google Shape;187;g33a30e3e94f_0_22:notes"/>
          <p:cNvSpPr/>
          <p:nvPr>
            <p:ph idx="2" type="sldImg"/>
          </p:nvPr>
        </p:nvSpPr>
        <p:spPr>
          <a:xfrm>
            <a:off x="713122" y="1143000"/>
            <a:ext cx="54318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g33a30e3e94f_0_30:notes"/>
          <p:cNvSpPr txBox="1"/>
          <p:nvPr>
            <p:ph idx="1" type="body"/>
          </p:nvPr>
        </p:nvSpPr>
        <p:spPr>
          <a:xfrm>
            <a:off x="685802" y="4400550"/>
            <a:ext cx="5486400" cy="36003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
        <p:nvSpPr>
          <p:cNvPr id="196" name="Google Shape;196;g33a30e3e94f_0_30:notes"/>
          <p:cNvSpPr/>
          <p:nvPr>
            <p:ph idx="2" type="sldImg"/>
          </p:nvPr>
        </p:nvSpPr>
        <p:spPr>
          <a:xfrm>
            <a:off x="713122" y="1143000"/>
            <a:ext cx="5431800" cy="30858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11" name="Shape 11"/>
        <p:cNvGrpSpPr/>
        <p:nvPr/>
      </p:nvGrpSpPr>
      <p:grpSpPr>
        <a:xfrm>
          <a:off x="0" y="0"/>
          <a:ext cx="0" cy="0"/>
          <a:chOff x="0" y="0"/>
          <a:chExt cx="0" cy="0"/>
        </a:xfrm>
      </p:grpSpPr>
      <p:sp>
        <p:nvSpPr>
          <p:cNvPr id="12" name="Google Shape;12;p69"/>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Autofit/>
          </a:bodyPr>
          <a:lstStyle>
            <a:lvl1pPr lvl="0" algn="ctr">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3" name="Google Shape;13;p69"/>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14" name="Google Shape;14;p6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5" name="Google Shape;15;p6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16" name="Google Shape;16;p6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17" name="Shape 17"/>
        <p:cNvGrpSpPr/>
        <p:nvPr/>
      </p:nvGrpSpPr>
      <p:grpSpPr>
        <a:xfrm>
          <a:off x="0" y="0"/>
          <a:ext cx="0" cy="0"/>
          <a:chOff x="0" y="0"/>
          <a:chExt cx="0" cy="0"/>
        </a:xfrm>
      </p:grpSpPr>
      <p:sp>
        <p:nvSpPr>
          <p:cNvPr id="18" name="Google Shape;18;p70"/>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19" name="Google Shape;19;p70"/>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0" name="Google Shape;20;p7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1" name="Google Shape;21;p7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7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Vertical Title and Text" type="vertTitleAndTx">
  <p:cSld name="VERTICAL_TITLE_AND_VERTICAL_TEXT">
    <p:spTree>
      <p:nvGrpSpPr>
        <p:cNvPr id="23" name="Shape 23"/>
        <p:cNvGrpSpPr/>
        <p:nvPr/>
      </p:nvGrpSpPr>
      <p:grpSpPr>
        <a:xfrm>
          <a:off x="0" y="0"/>
          <a:ext cx="0" cy="0"/>
          <a:chOff x="0" y="0"/>
          <a:chExt cx="0" cy="0"/>
        </a:xfrm>
      </p:grpSpPr>
      <p:sp>
        <p:nvSpPr>
          <p:cNvPr id="24" name="Google Shape;24;p71"/>
          <p:cNvSpPr txBox="1"/>
          <p:nvPr>
            <p:ph type="title"/>
          </p:nvPr>
        </p:nvSpPr>
        <p:spPr>
          <a:xfrm rot="5400000">
            <a:off x="7133431" y="1956594"/>
            <a:ext cx="5811838" cy="2628900"/>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25" name="Google Shape;25;p71"/>
          <p:cNvSpPr txBox="1"/>
          <p:nvPr>
            <p:ph idx="1" type="body"/>
          </p:nvPr>
        </p:nvSpPr>
        <p:spPr>
          <a:xfrm rot="5400000">
            <a:off x="1799431" y="-596106"/>
            <a:ext cx="5811838" cy="77343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6" name="Google Shape;26;p7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7" name="Google Shape;27;p7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7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Vertical Text" type="vertTx">
  <p:cSld name="VERTICAL_TEXT">
    <p:spTree>
      <p:nvGrpSpPr>
        <p:cNvPr id="29" name="Shape 29"/>
        <p:cNvGrpSpPr/>
        <p:nvPr/>
      </p:nvGrpSpPr>
      <p:grpSpPr>
        <a:xfrm>
          <a:off x="0" y="0"/>
          <a:ext cx="0" cy="0"/>
          <a:chOff x="0" y="0"/>
          <a:chExt cx="0" cy="0"/>
        </a:xfrm>
      </p:grpSpPr>
      <p:sp>
        <p:nvSpPr>
          <p:cNvPr id="30" name="Google Shape;30;p7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1" name="Google Shape;31;p72"/>
          <p:cNvSpPr txBox="1"/>
          <p:nvPr>
            <p:ph idx="1" type="body"/>
          </p:nvPr>
        </p:nvSpPr>
        <p:spPr>
          <a:xfrm rot="5400000">
            <a:off x="3920332" y="-1256507"/>
            <a:ext cx="4351337" cy="10515600"/>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32" name="Google Shape;32;p7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7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7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35" name="Shape 35"/>
        <p:cNvGrpSpPr/>
        <p:nvPr/>
      </p:nvGrpSpPr>
      <p:grpSpPr>
        <a:xfrm>
          <a:off x="0" y="0"/>
          <a:ext cx="0" cy="0"/>
          <a:chOff x="0" y="0"/>
          <a:chExt cx="0" cy="0"/>
        </a:xfrm>
      </p:grpSpPr>
      <p:sp>
        <p:nvSpPr>
          <p:cNvPr id="36" name="Google Shape;36;p73"/>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37" name="Google Shape;37;p73"/>
          <p:cNvSpPr/>
          <p:nvPr>
            <p:ph idx="2" type="pic"/>
          </p:nvPr>
        </p:nvSpPr>
        <p:spPr>
          <a:xfrm>
            <a:off x="5183188" y="987425"/>
            <a:ext cx="6172200" cy="4873625"/>
          </a:xfrm>
          <a:prstGeom prst="rect">
            <a:avLst/>
          </a:prstGeom>
          <a:noFill/>
          <a:ln>
            <a:noFill/>
          </a:ln>
        </p:spPr>
      </p:sp>
      <p:sp>
        <p:nvSpPr>
          <p:cNvPr id="38" name="Google Shape;38;p73"/>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39" name="Google Shape;39;p7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7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1" name="Google Shape;41;p7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t with Caption" type="objTx">
  <p:cSld name="OBJECT_WITH_CAPTION_TEXT">
    <p:spTree>
      <p:nvGrpSpPr>
        <p:cNvPr id="42" name="Shape 42"/>
        <p:cNvGrpSpPr/>
        <p:nvPr/>
      </p:nvGrpSpPr>
      <p:grpSpPr>
        <a:xfrm>
          <a:off x="0" y="0"/>
          <a:ext cx="0" cy="0"/>
          <a:chOff x="0" y="0"/>
          <a:chExt cx="0" cy="0"/>
        </a:xfrm>
      </p:grpSpPr>
      <p:sp>
        <p:nvSpPr>
          <p:cNvPr id="43" name="Google Shape;43;p74"/>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32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44" name="Google Shape;44;p74"/>
          <p:cNvSpPr txBox="1"/>
          <p:nvPr>
            <p:ph idx="1" type="body"/>
          </p:nvPr>
        </p:nvSpPr>
        <p:spPr>
          <a:xfrm>
            <a:off x="5183188" y="987425"/>
            <a:ext cx="6172200" cy="4873625"/>
          </a:xfrm>
          <a:prstGeom prst="rect">
            <a:avLst/>
          </a:prstGeom>
          <a:noFill/>
          <a:ln>
            <a:noFill/>
          </a:ln>
        </p:spPr>
        <p:txBody>
          <a:bodyPr anchorCtr="0" anchor="t" bIns="45700" lIns="91425" spcFirstLastPara="1" rIns="91425" wrap="square" tIns="45700">
            <a:noAutofit/>
          </a:bodyPr>
          <a:lstStyle>
            <a:lvl1pPr indent="-431800" lvl="0" marL="457200" algn="l">
              <a:lnSpc>
                <a:spcPct val="90000"/>
              </a:lnSpc>
              <a:spcBef>
                <a:spcPts val="1000"/>
              </a:spcBef>
              <a:spcAft>
                <a:spcPts val="0"/>
              </a:spcAft>
              <a:buClr>
                <a:schemeClr val="dk1"/>
              </a:buClr>
              <a:buSzPts val="3200"/>
              <a:buChar char="•"/>
              <a:defRPr sz="3200"/>
            </a:lvl1pPr>
            <a:lvl2pPr indent="-406400" lvl="1" marL="914400" algn="l">
              <a:lnSpc>
                <a:spcPct val="90000"/>
              </a:lnSpc>
              <a:spcBef>
                <a:spcPts val="500"/>
              </a:spcBef>
              <a:spcAft>
                <a:spcPts val="0"/>
              </a:spcAft>
              <a:buClr>
                <a:schemeClr val="dk1"/>
              </a:buClr>
              <a:buSzPts val="2800"/>
              <a:buChar char="•"/>
              <a:defRPr sz="2800"/>
            </a:lvl2pPr>
            <a:lvl3pPr indent="-381000" lvl="2" marL="1371600" algn="l">
              <a:lnSpc>
                <a:spcPct val="90000"/>
              </a:lnSpc>
              <a:spcBef>
                <a:spcPts val="500"/>
              </a:spcBef>
              <a:spcAft>
                <a:spcPts val="0"/>
              </a:spcAft>
              <a:buClr>
                <a:schemeClr val="dk1"/>
              </a:buClr>
              <a:buSzPts val="2400"/>
              <a:buChar char="•"/>
              <a:defRPr sz="2400"/>
            </a:lvl3pPr>
            <a:lvl4pPr indent="-355600" lvl="3" marL="1828800" algn="l">
              <a:lnSpc>
                <a:spcPct val="90000"/>
              </a:lnSpc>
              <a:spcBef>
                <a:spcPts val="500"/>
              </a:spcBef>
              <a:spcAft>
                <a:spcPts val="0"/>
              </a:spcAft>
              <a:buClr>
                <a:schemeClr val="dk1"/>
              </a:buClr>
              <a:buSzPts val="2000"/>
              <a:buChar char="•"/>
              <a:defRPr sz="2000"/>
            </a:lvl4pPr>
            <a:lvl5pPr indent="-355600" lvl="4" marL="2286000" algn="l">
              <a:lnSpc>
                <a:spcPct val="90000"/>
              </a:lnSpc>
              <a:spcBef>
                <a:spcPts val="500"/>
              </a:spcBef>
              <a:spcAft>
                <a:spcPts val="0"/>
              </a:spcAft>
              <a:buClr>
                <a:schemeClr val="dk1"/>
              </a:buClr>
              <a:buSzPts val="2000"/>
              <a:buChar char="•"/>
              <a:defRPr sz="2000"/>
            </a:lvl5pPr>
            <a:lvl6pPr indent="-355600" lvl="5" marL="2743200" algn="l">
              <a:lnSpc>
                <a:spcPct val="90000"/>
              </a:lnSpc>
              <a:spcBef>
                <a:spcPts val="500"/>
              </a:spcBef>
              <a:spcAft>
                <a:spcPts val="0"/>
              </a:spcAft>
              <a:buClr>
                <a:schemeClr val="dk1"/>
              </a:buClr>
              <a:buSzPts val="2000"/>
              <a:buChar char="•"/>
              <a:defRPr sz="2000"/>
            </a:lvl6pPr>
            <a:lvl7pPr indent="-355600" lvl="6" marL="3200400" algn="l">
              <a:lnSpc>
                <a:spcPct val="90000"/>
              </a:lnSpc>
              <a:spcBef>
                <a:spcPts val="500"/>
              </a:spcBef>
              <a:spcAft>
                <a:spcPts val="0"/>
              </a:spcAft>
              <a:buClr>
                <a:schemeClr val="dk1"/>
              </a:buClr>
              <a:buSzPts val="2000"/>
              <a:buChar char="•"/>
              <a:defRPr sz="2000"/>
            </a:lvl7pPr>
            <a:lvl8pPr indent="-355600" lvl="7" marL="3657600" algn="l">
              <a:lnSpc>
                <a:spcPct val="90000"/>
              </a:lnSpc>
              <a:spcBef>
                <a:spcPts val="500"/>
              </a:spcBef>
              <a:spcAft>
                <a:spcPts val="0"/>
              </a:spcAft>
              <a:buClr>
                <a:schemeClr val="dk1"/>
              </a:buClr>
              <a:buSzPts val="2000"/>
              <a:buChar char="•"/>
              <a:defRPr sz="2000"/>
            </a:lvl8pPr>
            <a:lvl9pPr indent="-355600" lvl="8" marL="4114800" algn="l">
              <a:lnSpc>
                <a:spcPct val="90000"/>
              </a:lnSpc>
              <a:spcBef>
                <a:spcPts val="500"/>
              </a:spcBef>
              <a:spcAft>
                <a:spcPts val="0"/>
              </a:spcAft>
              <a:buClr>
                <a:schemeClr val="dk1"/>
              </a:buClr>
              <a:buSzPts val="2000"/>
              <a:buChar char="•"/>
              <a:defRPr sz="2000"/>
            </a:lvl9pPr>
          </a:lstStyle>
          <a:p/>
        </p:txBody>
      </p:sp>
      <p:sp>
        <p:nvSpPr>
          <p:cNvPr id="45" name="Google Shape;45;p74"/>
          <p:cNvSpPr txBox="1"/>
          <p:nvPr>
            <p:ph idx="2" type="body"/>
          </p:nvPr>
        </p:nvSpPr>
        <p:spPr>
          <a:xfrm>
            <a:off x="839788" y="2057400"/>
            <a:ext cx="3932237" cy="3811588"/>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6" name="Google Shape;46;p7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7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8" name="Google Shape;48;p7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9" name="Shape 49"/>
        <p:cNvGrpSpPr/>
        <p:nvPr/>
      </p:nvGrpSpPr>
      <p:grpSpPr>
        <a:xfrm>
          <a:off x="0" y="0"/>
          <a:ext cx="0" cy="0"/>
          <a:chOff x="0" y="0"/>
          <a:chExt cx="0" cy="0"/>
        </a:xfrm>
      </p:grpSpPr>
      <p:sp>
        <p:nvSpPr>
          <p:cNvPr id="50" name="Google Shape;50;p75"/>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1" name="Google Shape;51;p75"/>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2" name="Google Shape;52;p75"/>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53" name="Shape 53"/>
        <p:cNvGrpSpPr/>
        <p:nvPr/>
      </p:nvGrpSpPr>
      <p:grpSpPr>
        <a:xfrm>
          <a:off x="0" y="0"/>
          <a:ext cx="0" cy="0"/>
          <a:chOff x="0" y="0"/>
          <a:chExt cx="0" cy="0"/>
        </a:xfrm>
      </p:grpSpPr>
      <p:sp>
        <p:nvSpPr>
          <p:cNvPr id="54" name="Google Shape;54;p76"/>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55" name="Google Shape;55;p7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6" name="Google Shape;56;p7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7" name="Google Shape;57;p7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ison" type="twoTxTwoObj">
  <p:cSld name="TWO_OBJECTS_WITH_TEXT">
    <p:spTree>
      <p:nvGrpSpPr>
        <p:cNvPr id="58" name="Shape 58"/>
        <p:cNvGrpSpPr/>
        <p:nvPr/>
      </p:nvGrpSpPr>
      <p:grpSpPr>
        <a:xfrm>
          <a:off x="0" y="0"/>
          <a:ext cx="0" cy="0"/>
          <a:chOff x="0" y="0"/>
          <a:chExt cx="0" cy="0"/>
        </a:xfrm>
      </p:grpSpPr>
      <p:sp>
        <p:nvSpPr>
          <p:cNvPr id="59" name="Google Shape;59;p77"/>
          <p:cNvSpPr txBox="1"/>
          <p:nvPr>
            <p:ph type="title"/>
          </p:nvPr>
        </p:nvSpPr>
        <p:spPr>
          <a:xfrm>
            <a:off x="839788" y="365125"/>
            <a:ext cx="10515600" cy="1325563"/>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0" name="Google Shape;60;p77"/>
          <p:cNvSpPr txBox="1"/>
          <p:nvPr>
            <p:ph idx="1" type="body"/>
          </p:nvPr>
        </p:nvSpPr>
        <p:spPr>
          <a:xfrm>
            <a:off x="839788" y="1681163"/>
            <a:ext cx="5157787"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1" name="Google Shape;61;p77"/>
          <p:cNvSpPr txBox="1"/>
          <p:nvPr>
            <p:ph idx="2" type="body"/>
          </p:nvPr>
        </p:nvSpPr>
        <p:spPr>
          <a:xfrm>
            <a:off x="839788" y="2505075"/>
            <a:ext cx="5157787"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2" name="Google Shape;62;p77"/>
          <p:cNvSpPr txBox="1"/>
          <p:nvPr>
            <p:ph idx="3" type="body"/>
          </p:nvPr>
        </p:nvSpPr>
        <p:spPr>
          <a:xfrm>
            <a:off x="6172200" y="1681163"/>
            <a:ext cx="5183188" cy="823912"/>
          </a:xfrm>
          <a:prstGeom prst="rect">
            <a:avLst/>
          </a:prstGeom>
          <a:noFill/>
          <a:ln>
            <a:noFill/>
          </a:ln>
        </p:spPr>
        <p:txBody>
          <a:bodyPr anchorCtr="0" anchor="b" bIns="45700" lIns="91425" spcFirstLastPara="1" rIns="91425" wrap="square" tIns="45700">
            <a:noAutofit/>
          </a:bodyPr>
          <a:lstStyle>
            <a:lvl1pPr indent="-228600" lvl="0" marL="457200" algn="l">
              <a:lnSpc>
                <a:spcPct val="90000"/>
              </a:lnSpc>
              <a:spcBef>
                <a:spcPts val="1000"/>
              </a:spcBef>
              <a:spcAft>
                <a:spcPts val="0"/>
              </a:spcAft>
              <a:buClr>
                <a:schemeClr val="dk1"/>
              </a:buClr>
              <a:buSzPts val="2400"/>
              <a:buNone/>
              <a:defRPr b="1" sz="2400"/>
            </a:lvl1pPr>
            <a:lvl2pPr indent="-228600" lvl="1" marL="914400" algn="l">
              <a:lnSpc>
                <a:spcPct val="90000"/>
              </a:lnSpc>
              <a:spcBef>
                <a:spcPts val="500"/>
              </a:spcBef>
              <a:spcAft>
                <a:spcPts val="0"/>
              </a:spcAft>
              <a:buClr>
                <a:schemeClr val="dk1"/>
              </a:buClr>
              <a:buSzPts val="2000"/>
              <a:buNone/>
              <a:defRPr b="1" sz="2000"/>
            </a:lvl2pPr>
            <a:lvl3pPr indent="-228600" lvl="2" marL="1371600" algn="l">
              <a:lnSpc>
                <a:spcPct val="90000"/>
              </a:lnSpc>
              <a:spcBef>
                <a:spcPts val="500"/>
              </a:spcBef>
              <a:spcAft>
                <a:spcPts val="0"/>
              </a:spcAft>
              <a:buClr>
                <a:schemeClr val="dk1"/>
              </a:buClr>
              <a:buSzPts val="1800"/>
              <a:buNone/>
              <a:defRPr b="1" sz="1800"/>
            </a:lvl3pPr>
            <a:lvl4pPr indent="-228600" lvl="3" marL="1828800" algn="l">
              <a:lnSpc>
                <a:spcPct val="90000"/>
              </a:lnSpc>
              <a:spcBef>
                <a:spcPts val="500"/>
              </a:spcBef>
              <a:spcAft>
                <a:spcPts val="0"/>
              </a:spcAft>
              <a:buClr>
                <a:schemeClr val="dk1"/>
              </a:buClr>
              <a:buSzPts val="1600"/>
              <a:buNone/>
              <a:defRPr b="1" sz="1600"/>
            </a:lvl4pPr>
            <a:lvl5pPr indent="-228600" lvl="4" marL="2286000" algn="l">
              <a:lnSpc>
                <a:spcPct val="90000"/>
              </a:lnSpc>
              <a:spcBef>
                <a:spcPts val="500"/>
              </a:spcBef>
              <a:spcAft>
                <a:spcPts val="0"/>
              </a:spcAft>
              <a:buClr>
                <a:schemeClr val="dk1"/>
              </a:buClr>
              <a:buSzPts val="1600"/>
              <a:buNone/>
              <a:defRPr b="1" sz="1600"/>
            </a:lvl5pPr>
            <a:lvl6pPr indent="-228600" lvl="5" marL="2743200" algn="l">
              <a:lnSpc>
                <a:spcPct val="90000"/>
              </a:lnSpc>
              <a:spcBef>
                <a:spcPts val="500"/>
              </a:spcBef>
              <a:spcAft>
                <a:spcPts val="0"/>
              </a:spcAft>
              <a:buClr>
                <a:schemeClr val="dk1"/>
              </a:buClr>
              <a:buSzPts val="1600"/>
              <a:buNone/>
              <a:defRPr b="1" sz="1600"/>
            </a:lvl6pPr>
            <a:lvl7pPr indent="-228600" lvl="6" marL="3200400" algn="l">
              <a:lnSpc>
                <a:spcPct val="90000"/>
              </a:lnSpc>
              <a:spcBef>
                <a:spcPts val="500"/>
              </a:spcBef>
              <a:spcAft>
                <a:spcPts val="0"/>
              </a:spcAft>
              <a:buClr>
                <a:schemeClr val="dk1"/>
              </a:buClr>
              <a:buSzPts val="1600"/>
              <a:buNone/>
              <a:defRPr b="1" sz="1600"/>
            </a:lvl7pPr>
            <a:lvl8pPr indent="-228600" lvl="7" marL="3657600" algn="l">
              <a:lnSpc>
                <a:spcPct val="90000"/>
              </a:lnSpc>
              <a:spcBef>
                <a:spcPts val="500"/>
              </a:spcBef>
              <a:spcAft>
                <a:spcPts val="0"/>
              </a:spcAft>
              <a:buClr>
                <a:schemeClr val="dk1"/>
              </a:buClr>
              <a:buSzPts val="1600"/>
              <a:buNone/>
              <a:defRPr b="1" sz="1600"/>
            </a:lvl8pPr>
            <a:lvl9pPr indent="-228600" lvl="8" marL="4114800" algn="l">
              <a:lnSpc>
                <a:spcPct val="90000"/>
              </a:lnSpc>
              <a:spcBef>
                <a:spcPts val="500"/>
              </a:spcBef>
              <a:spcAft>
                <a:spcPts val="0"/>
              </a:spcAft>
              <a:buClr>
                <a:schemeClr val="dk1"/>
              </a:buClr>
              <a:buSzPts val="1600"/>
              <a:buNone/>
              <a:defRPr b="1" sz="1600"/>
            </a:lvl9pPr>
          </a:lstStyle>
          <a:p/>
        </p:txBody>
      </p:sp>
      <p:sp>
        <p:nvSpPr>
          <p:cNvPr id="63" name="Google Shape;63;p77"/>
          <p:cNvSpPr txBox="1"/>
          <p:nvPr>
            <p:ph idx="4" type="body"/>
          </p:nvPr>
        </p:nvSpPr>
        <p:spPr>
          <a:xfrm>
            <a:off x="6172200" y="2505075"/>
            <a:ext cx="5183188" cy="368458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64" name="Google Shape;64;p77"/>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5" name="Google Shape;65;p77"/>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66" name="Google Shape;66;p77"/>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67" name="Shape 67"/>
        <p:cNvGrpSpPr/>
        <p:nvPr/>
      </p:nvGrpSpPr>
      <p:grpSpPr>
        <a:xfrm>
          <a:off x="0" y="0"/>
          <a:ext cx="0" cy="0"/>
          <a:chOff x="0" y="0"/>
          <a:chExt cx="0" cy="0"/>
        </a:xfrm>
      </p:grpSpPr>
      <p:sp>
        <p:nvSpPr>
          <p:cNvPr id="68" name="Google Shape;68;p78"/>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algn="l">
              <a:lnSpc>
                <a:spcPct val="90000"/>
              </a:lnSpc>
              <a:spcBef>
                <a:spcPts val="0"/>
              </a:spcBef>
              <a:spcAft>
                <a:spcPts val="0"/>
              </a:spcAft>
              <a:buSzPts val="1400"/>
              <a:buNone/>
              <a:defRPr/>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69" name="Google Shape;69;p78"/>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0" name="Google Shape;70;p78"/>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71" name="Google Shape;71;p7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2" name="Google Shape;72;p7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3" name="Google Shape;73;p7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74" name="Shape 74"/>
        <p:cNvGrpSpPr/>
        <p:nvPr/>
      </p:nvGrpSpPr>
      <p:grpSpPr>
        <a:xfrm>
          <a:off x="0" y="0"/>
          <a:ext cx="0" cy="0"/>
          <a:chOff x="0" y="0"/>
          <a:chExt cx="0" cy="0"/>
        </a:xfrm>
      </p:grpSpPr>
      <p:sp>
        <p:nvSpPr>
          <p:cNvPr id="75" name="Google Shape;75;p79"/>
          <p:cNvSpPr txBox="1"/>
          <p:nvPr>
            <p:ph type="title"/>
          </p:nvPr>
        </p:nvSpPr>
        <p:spPr>
          <a:xfrm>
            <a:off x="831850" y="1709738"/>
            <a:ext cx="10515600" cy="2852737"/>
          </a:xfrm>
          <a:prstGeom prst="rect">
            <a:avLst/>
          </a:prstGeom>
          <a:noFill/>
          <a:ln>
            <a:noFill/>
          </a:ln>
        </p:spPr>
        <p:txBody>
          <a:bodyPr anchorCtr="0" anchor="b" bIns="45700" lIns="91425" spcFirstLastPara="1" rIns="91425" wrap="square" tIns="45700">
            <a:noAutofit/>
          </a:bodyPr>
          <a:lstStyle>
            <a:lvl1pPr lvl="0" algn="l">
              <a:lnSpc>
                <a:spcPct val="90000"/>
              </a:lnSpc>
              <a:spcBef>
                <a:spcPts val="0"/>
              </a:spcBef>
              <a:spcAft>
                <a:spcPts val="0"/>
              </a:spcAft>
              <a:buSzPts val="1400"/>
              <a:buNone/>
              <a:defRPr sz="6000"/>
            </a:lvl1pPr>
            <a:lvl2pPr lvl="1" algn="l">
              <a:lnSpc>
                <a:spcPct val="90000"/>
              </a:lnSpc>
              <a:spcBef>
                <a:spcPts val="0"/>
              </a:spcBef>
              <a:spcAft>
                <a:spcPts val="0"/>
              </a:spcAft>
              <a:buSzPts val="1400"/>
              <a:buNone/>
              <a:defRPr/>
            </a:lvl2pPr>
            <a:lvl3pPr lvl="2" algn="l">
              <a:lnSpc>
                <a:spcPct val="90000"/>
              </a:lnSpc>
              <a:spcBef>
                <a:spcPts val="0"/>
              </a:spcBef>
              <a:spcAft>
                <a:spcPts val="0"/>
              </a:spcAft>
              <a:buSzPts val="1400"/>
              <a:buNone/>
              <a:defRPr/>
            </a:lvl3pPr>
            <a:lvl4pPr lvl="3" algn="l">
              <a:lnSpc>
                <a:spcPct val="90000"/>
              </a:lnSpc>
              <a:spcBef>
                <a:spcPts val="0"/>
              </a:spcBef>
              <a:spcAft>
                <a:spcPts val="0"/>
              </a:spcAft>
              <a:buSzPts val="1400"/>
              <a:buNone/>
              <a:defRPr/>
            </a:lvl4pPr>
            <a:lvl5pPr lvl="4" algn="l">
              <a:lnSpc>
                <a:spcPct val="90000"/>
              </a:lnSpc>
              <a:spcBef>
                <a:spcPts val="0"/>
              </a:spcBef>
              <a:spcAft>
                <a:spcPts val="0"/>
              </a:spcAft>
              <a:buSzPts val="1400"/>
              <a:buNone/>
              <a:defRPr/>
            </a:lvl5pPr>
            <a:lvl6pPr lvl="5" algn="l">
              <a:lnSpc>
                <a:spcPct val="90000"/>
              </a:lnSpc>
              <a:spcBef>
                <a:spcPts val="0"/>
              </a:spcBef>
              <a:spcAft>
                <a:spcPts val="0"/>
              </a:spcAft>
              <a:buSzPts val="1400"/>
              <a:buNone/>
              <a:defRPr/>
            </a:lvl6pPr>
            <a:lvl7pPr lvl="6" algn="l">
              <a:lnSpc>
                <a:spcPct val="90000"/>
              </a:lnSpc>
              <a:spcBef>
                <a:spcPts val="0"/>
              </a:spcBef>
              <a:spcAft>
                <a:spcPts val="0"/>
              </a:spcAft>
              <a:buSzPts val="1400"/>
              <a:buNone/>
              <a:defRPr/>
            </a:lvl7pPr>
            <a:lvl8pPr lvl="7" algn="l">
              <a:lnSpc>
                <a:spcPct val="90000"/>
              </a:lnSpc>
              <a:spcBef>
                <a:spcPts val="0"/>
              </a:spcBef>
              <a:spcAft>
                <a:spcPts val="0"/>
              </a:spcAft>
              <a:buSzPts val="1400"/>
              <a:buNone/>
              <a:defRPr/>
            </a:lvl8pPr>
            <a:lvl9pPr lvl="8" algn="l">
              <a:lnSpc>
                <a:spcPct val="90000"/>
              </a:lnSpc>
              <a:spcBef>
                <a:spcPts val="0"/>
              </a:spcBef>
              <a:spcAft>
                <a:spcPts val="0"/>
              </a:spcAft>
              <a:buSzPts val="1400"/>
              <a:buNone/>
              <a:defRPr/>
            </a:lvl9pPr>
          </a:lstStyle>
          <a:p/>
        </p:txBody>
      </p:sp>
      <p:sp>
        <p:nvSpPr>
          <p:cNvPr id="76" name="Google Shape;76;p79"/>
          <p:cNvSpPr txBox="1"/>
          <p:nvPr>
            <p:ph idx="1" type="body"/>
          </p:nvPr>
        </p:nvSpPr>
        <p:spPr>
          <a:xfrm>
            <a:off x="831850" y="4589463"/>
            <a:ext cx="10515600" cy="1500187"/>
          </a:xfrm>
          <a:prstGeom prst="rect">
            <a:avLst/>
          </a:prstGeom>
          <a:noFill/>
          <a:ln>
            <a:noFill/>
          </a:ln>
        </p:spPr>
        <p:txBody>
          <a:bodyPr anchorCtr="0" anchor="t" bIns="45700" lIns="91425" spcFirstLastPara="1" rIns="91425" wrap="square" tIns="45700">
            <a:noAutofit/>
          </a:bodyPr>
          <a:lstStyle>
            <a:lvl1pPr indent="-228600" lvl="0" marL="457200" algn="l">
              <a:lnSpc>
                <a:spcPct val="90000"/>
              </a:lnSpc>
              <a:spcBef>
                <a:spcPts val="1000"/>
              </a:spcBef>
              <a:spcAft>
                <a:spcPts val="0"/>
              </a:spcAft>
              <a:buClr>
                <a:srgbClr val="888888"/>
              </a:buClr>
              <a:buSzPts val="2400"/>
              <a:buNone/>
              <a:defRPr sz="2400">
                <a:solidFill>
                  <a:srgbClr val="888888"/>
                </a:solidFill>
              </a:defRPr>
            </a:lvl1pPr>
            <a:lvl2pPr indent="-228600" lvl="1" marL="914400" algn="l">
              <a:lnSpc>
                <a:spcPct val="90000"/>
              </a:lnSpc>
              <a:spcBef>
                <a:spcPts val="500"/>
              </a:spcBef>
              <a:spcAft>
                <a:spcPts val="0"/>
              </a:spcAft>
              <a:buClr>
                <a:srgbClr val="888888"/>
              </a:buClr>
              <a:buSzPts val="2000"/>
              <a:buNone/>
              <a:defRPr sz="2000">
                <a:solidFill>
                  <a:srgbClr val="888888"/>
                </a:solidFill>
              </a:defRPr>
            </a:lvl2pPr>
            <a:lvl3pPr indent="-228600" lvl="2" marL="1371600" algn="l">
              <a:lnSpc>
                <a:spcPct val="90000"/>
              </a:lnSpc>
              <a:spcBef>
                <a:spcPts val="500"/>
              </a:spcBef>
              <a:spcAft>
                <a:spcPts val="0"/>
              </a:spcAft>
              <a:buClr>
                <a:srgbClr val="888888"/>
              </a:buClr>
              <a:buSzPts val="1800"/>
              <a:buNone/>
              <a:defRPr sz="1800">
                <a:solidFill>
                  <a:srgbClr val="888888"/>
                </a:solidFill>
              </a:defRPr>
            </a:lvl3pPr>
            <a:lvl4pPr indent="-228600" lvl="3" marL="1828800" algn="l">
              <a:lnSpc>
                <a:spcPct val="90000"/>
              </a:lnSpc>
              <a:spcBef>
                <a:spcPts val="500"/>
              </a:spcBef>
              <a:spcAft>
                <a:spcPts val="0"/>
              </a:spcAft>
              <a:buClr>
                <a:srgbClr val="888888"/>
              </a:buClr>
              <a:buSzPts val="1600"/>
              <a:buNone/>
              <a:defRPr sz="1600">
                <a:solidFill>
                  <a:srgbClr val="888888"/>
                </a:solidFill>
              </a:defRPr>
            </a:lvl4pPr>
            <a:lvl5pPr indent="-228600" lvl="4" marL="2286000" algn="l">
              <a:lnSpc>
                <a:spcPct val="90000"/>
              </a:lnSpc>
              <a:spcBef>
                <a:spcPts val="500"/>
              </a:spcBef>
              <a:spcAft>
                <a:spcPts val="0"/>
              </a:spcAft>
              <a:buClr>
                <a:srgbClr val="888888"/>
              </a:buClr>
              <a:buSzPts val="1600"/>
              <a:buNone/>
              <a:defRPr sz="1600">
                <a:solidFill>
                  <a:srgbClr val="888888"/>
                </a:solidFill>
              </a:defRPr>
            </a:lvl5pPr>
            <a:lvl6pPr indent="-228600" lvl="5" marL="2743200" algn="l">
              <a:lnSpc>
                <a:spcPct val="90000"/>
              </a:lnSpc>
              <a:spcBef>
                <a:spcPts val="500"/>
              </a:spcBef>
              <a:spcAft>
                <a:spcPts val="0"/>
              </a:spcAft>
              <a:buClr>
                <a:srgbClr val="888888"/>
              </a:buClr>
              <a:buSzPts val="1600"/>
              <a:buNone/>
              <a:defRPr sz="1600">
                <a:solidFill>
                  <a:srgbClr val="888888"/>
                </a:solidFill>
              </a:defRPr>
            </a:lvl6pPr>
            <a:lvl7pPr indent="-228600" lvl="6" marL="3200400" algn="l">
              <a:lnSpc>
                <a:spcPct val="90000"/>
              </a:lnSpc>
              <a:spcBef>
                <a:spcPts val="500"/>
              </a:spcBef>
              <a:spcAft>
                <a:spcPts val="0"/>
              </a:spcAft>
              <a:buClr>
                <a:srgbClr val="888888"/>
              </a:buClr>
              <a:buSzPts val="1600"/>
              <a:buNone/>
              <a:defRPr sz="1600">
                <a:solidFill>
                  <a:srgbClr val="888888"/>
                </a:solidFill>
              </a:defRPr>
            </a:lvl7pPr>
            <a:lvl8pPr indent="-228600" lvl="7" marL="3657600" algn="l">
              <a:lnSpc>
                <a:spcPct val="90000"/>
              </a:lnSpc>
              <a:spcBef>
                <a:spcPts val="500"/>
              </a:spcBef>
              <a:spcAft>
                <a:spcPts val="0"/>
              </a:spcAft>
              <a:buClr>
                <a:srgbClr val="888888"/>
              </a:buClr>
              <a:buSzPts val="1600"/>
              <a:buNone/>
              <a:defRPr sz="1600">
                <a:solidFill>
                  <a:srgbClr val="888888"/>
                </a:solidFill>
              </a:defRPr>
            </a:lvl8pPr>
            <a:lvl9pPr indent="-228600" lvl="8" marL="4114800" algn="l">
              <a:lnSpc>
                <a:spcPct val="90000"/>
              </a:lnSpc>
              <a:spcBef>
                <a:spcPts val="500"/>
              </a:spcBef>
              <a:spcAft>
                <a:spcPts val="0"/>
              </a:spcAft>
              <a:buClr>
                <a:srgbClr val="888888"/>
              </a:buClr>
              <a:buSzPts val="1600"/>
              <a:buNone/>
              <a:defRPr sz="1600">
                <a:solidFill>
                  <a:srgbClr val="888888"/>
                </a:solidFill>
              </a:defRPr>
            </a:lvl9pPr>
          </a:lstStyle>
          <a:p/>
        </p:txBody>
      </p:sp>
      <p:sp>
        <p:nvSpPr>
          <p:cNvPr id="77" name="Google Shape;77;p79"/>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sz="1200">
                <a:solidFill>
                  <a:srgbClr val="898989"/>
                </a:solidFill>
                <a:latin typeface="Calibri"/>
                <a:ea typeface="Calibri"/>
                <a:cs typeface="Calibri"/>
                <a:sym typeface="Calibri"/>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8" name="Google Shape;78;p79"/>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79" name="Google Shape;79;p79"/>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1pPr>
            <a:lvl2pPr indent="0" lvl="1"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2pPr>
            <a:lvl3pPr indent="0" lvl="2"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3pPr>
            <a:lvl4pPr indent="0" lvl="3"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4pPr>
            <a:lvl5pPr indent="0" lvl="4"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5pPr>
            <a:lvl6pPr indent="0" lvl="5"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6pPr>
            <a:lvl7pPr indent="0" lvl="6"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7pPr>
            <a:lvl8pPr indent="0" lvl="7"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8pPr>
            <a:lvl9pPr indent="0" lvl="8" marL="0" marR="0" algn="r">
              <a:lnSpc>
                <a:spcPct val="100000"/>
              </a:lnSpc>
              <a:spcBef>
                <a:spcPts val="0"/>
              </a:spcBef>
              <a:spcAft>
                <a:spcPts val="0"/>
              </a:spcAft>
              <a:buClr>
                <a:srgbClr val="898989"/>
              </a:buClr>
              <a:buSzPts val="1200"/>
              <a:buFont typeface="Calibri"/>
              <a:buNone/>
              <a:defRPr b="0" i="0" sz="1200" u="non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68"/>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lvl1pPr lvl="0"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1pPr>
            <a:lvl2pPr lvl="1"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2pPr>
            <a:lvl3pPr lvl="2"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3pPr>
            <a:lvl4pPr lvl="3"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4pPr>
            <a:lvl5pPr lvl="4"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5pPr>
            <a:lvl6pPr lvl="5"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6pPr>
            <a:lvl7pPr lvl="6"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7pPr>
            <a:lvl8pPr lvl="7"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8pPr>
            <a:lvl9pPr lvl="8" marR="0" rtl="0" algn="l">
              <a:lnSpc>
                <a:spcPct val="90000"/>
              </a:lnSpc>
              <a:spcBef>
                <a:spcPts val="0"/>
              </a:spcBef>
              <a:spcAft>
                <a:spcPts val="0"/>
              </a:spcAft>
              <a:buSzPts val="1400"/>
              <a:buNone/>
              <a:defRPr b="0" i="0" sz="4400" u="none" cap="none" strike="noStrike">
                <a:solidFill>
                  <a:schemeClr val="dk1"/>
                </a:solidFill>
                <a:latin typeface="Calibri"/>
                <a:ea typeface="Calibri"/>
                <a:cs typeface="Calibri"/>
                <a:sym typeface="Calibri"/>
              </a:defRPr>
            </a:lvl9pPr>
          </a:lstStyle>
          <a:p/>
        </p:txBody>
      </p:sp>
      <p:sp>
        <p:nvSpPr>
          <p:cNvPr id="7" name="Google Shape;7;p68"/>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Calibri"/>
                <a:ea typeface="Calibri"/>
                <a:cs typeface="Calibri"/>
                <a:sym typeface="Calibr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Calibri"/>
                <a:ea typeface="Calibri"/>
                <a:cs typeface="Calibri"/>
                <a:sym typeface="Calibr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8" name="Google Shape;8;p6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200" u="none" cap="none" strike="noStrike">
                <a:solidFill>
                  <a:srgbClr val="898989"/>
                </a:solidFill>
                <a:latin typeface="Calibri"/>
                <a:ea typeface="Calibri"/>
                <a:cs typeface="Calibri"/>
                <a:sym typeface="Calibri"/>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9" name="Google Shape;9;p6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2pPr>
            <a:lvl3pPr lvl="2"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3pPr>
            <a:lvl4pPr lvl="3"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4pPr>
            <a:lvl5pPr lvl="4"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5pPr>
            <a:lvl6pPr lvl="5"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6pPr>
            <a:lvl7pPr lvl="6"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7pPr>
            <a:lvl8pPr lvl="7"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8pPr>
            <a:lvl9pPr lvl="8" marR="0" rtl="0" algn="l">
              <a:lnSpc>
                <a:spcPct val="100000"/>
              </a:lnSpc>
              <a:spcBef>
                <a:spcPts val="0"/>
              </a:spcBef>
              <a:spcAft>
                <a:spcPts val="0"/>
              </a:spcAft>
              <a:buSzPts val="1400"/>
              <a:buNone/>
              <a:defRPr b="0" i="0" sz="1800" u="none" cap="none" strike="noStrike">
                <a:solidFill>
                  <a:schemeClr val="dk1"/>
                </a:solidFill>
                <a:latin typeface="Arial"/>
                <a:ea typeface="Arial"/>
                <a:cs typeface="Arial"/>
                <a:sym typeface="Arial"/>
              </a:defRPr>
            </a:lvl9pPr>
          </a:lstStyle>
          <a:p/>
        </p:txBody>
      </p:sp>
      <p:sp>
        <p:nvSpPr>
          <p:cNvPr id="10" name="Google Shape;10;p6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1pPr>
            <a:lvl2pPr indent="0" lvl="1"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2pPr>
            <a:lvl3pPr indent="0" lvl="2"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3pPr>
            <a:lvl4pPr indent="0" lvl="3"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4pPr>
            <a:lvl5pPr indent="0" lvl="4"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5pPr>
            <a:lvl6pPr indent="0" lvl="5"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6pPr>
            <a:lvl7pPr indent="0" lvl="6"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7pPr>
            <a:lvl8pPr indent="0" lvl="7"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8pPr>
            <a:lvl9pPr indent="0" lvl="8" marL="0" marR="0" rtl="0" algn="r">
              <a:lnSpc>
                <a:spcPct val="100000"/>
              </a:lnSpc>
              <a:spcBef>
                <a:spcPts val="0"/>
              </a:spcBef>
              <a:spcAft>
                <a:spcPts val="0"/>
              </a:spcAft>
              <a:buClr>
                <a:srgbClr val="898989"/>
              </a:buClr>
              <a:buSzPts val="1200"/>
              <a:buFont typeface="Calibri"/>
              <a:buNone/>
              <a:defRPr b="0" i="0" sz="1200" u="none" cap="none" strike="noStrike">
                <a:solidFill>
                  <a:srgbClr val="898989"/>
                </a:solidFill>
                <a:latin typeface="Calibri"/>
                <a:ea typeface="Calibri"/>
                <a:cs typeface="Calibri"/>
                <a:sym typeface="Calibri"/>
              </a:defRPr>
            </a:lvl9pPr>
          </a:lstStyle>
          <a:p>
            <a:pPr indent="0" lvl="0" marL="0" rtl="0" algn="r">
              <a:spcBef>
                <a:spcPts val="0"/>
              </a:spcBef>
              <a:spcAft>
                <a:spcPts val="0"/>
              </a:spcAft>
              <a:buNone/>
            </a:pPr>
            <a:fld id="{00000000-1234-1234-1234-123412341234}" type="slidenum">
              <a:rPr lang="en-US"/>
              <a:t>‹#›</a:t>
            </a:fld>
            <a:endParaRPr sz="1400">
              <a:solidFill>
                <a:srgbClr val="000000"/>
              </a:solidFill>
              <a:latin typeface="Arial"/>
              <a:ea typeface="Arial"/>
              <a:cs typeface="Arial"/>
              <a:sym typeface="Arial"/>
            </a:endParaRPr>
          </a:p>
        </p:txBody>
      </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2.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7.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4.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3" name="Shape 83"/>
        <p:cNvGrpSpPr/>
        <p:nvPr/>
      </p:nvGrpSpPr>
      <p:grpSpPr>
        <a:xfrm>
          <a:off x="0" y="0"/>
          <a:ext cx="0" cy="0"/>
          <a:chOff x="0" y="0"/>
          <a:chExt cx="0" cy="0"/>
        </a:xfrm>
      </p:grpSpPr>
      <p:sp>
        <p:nvSpPr>
          <p:cNvPr id="84" name="Google Shape;84;p1"/>
          <p:cNvSpPr txBox="1"/>
          <p:nvPr>
            <p:ph type="ctrTitle"/>
          </p:nvPr>
        </p:nvSpPr>
        <p:spPr>
          <a:xfrm>
            <a:off x="1524000" y="1122362"/>
            <a:ext cx="9144000" cy="2387600"/>
          </a:xfrm>
          <a:prstGeom prst="rect">
            <a:avLst/>
          </a:prstGeom>
          <a:noFill/>
          <a:ln>
            <a:noFill/>
          </a:ln>
        </p:spPr>
        <p:txBody>
          <a:bodyPr anchorCtr="0" anchor="b" bIns="45700" lIns="91425" spcFirstLastPara="1" rIns="91425" wrap="square" tIns="45700">
            <a:noAutofit/>
          </a:bodyPr>
          <a:lstStyle/>
          <a:p>
            <a:pPr indent="0" lvl="0" marL="0" rtl="0" algn="ctr">
              <a:lnSpc>
                <a:spcPct val="90000"/>
              </a:lnSpc>
              <a:spcBef>
                <a:spcPts val="0"/>
              </a:spcBef>
              <a:spcAft>
                <a:spcPts val="0"/>
              </a:spcAft>
              <a:buClr>
                <a:schemeClr val="dk1"/>
              </a:buClr>
              <a:buSzPts val="6000"/>
              <a:buFont typeface="Calibri"/>
              <a:buNone/>
            </a:pPr>
            <a:r>
              <a:rPr b="1" i="0" lang="en-US" sz="6000" u="none">
                <a:solidFill>
                  <a:schemeClr val="dk1"/>
                </a:solidFill>
                <a:latin typeface="Calibri"/>
                <a:ea typeface="Calibri"/>
                <a:cs typeface="Calibri"/>
                <a:sym typeface="Calibri"/>
              </a:rPr>
              <a:t>Designing Secure Web Application</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2"/>
          <p:cNvSpPr txBox="1"/>
          <p:nvPr>
            <p:ph type="title"/>
          </p:nvPr>
        </p:nvSpPr>
        <p:spPr>
          <a:xfrm>
            <a:off x="838200" y="365125"/>
            <a:ext cx="10515600" cy="511175"/>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0070C0"/>
              </a:buClr>
              <a:buSzPts val="4000"/>
              <a:buFont typeface="Calibri"/>
              <a:buNone/>
            </a:pPr>
            <a:r>
              <a:rPr b="0" i="0" lang="en-US" sz="4000" u="none">
                <a:solidFill>
                  <a:srgbClr val="0070C0"/>
                </a:solidFill>
                <a:latin typeface="Calibri"/>
                <a:ea typeface="Calibri"/>
                <a:cs typeface="Calibri"/>
                <a:sym typeface="Calibri"/>
              </a:rPr>
              <a:t>Overview</a:t>
            </a:r>
            <a:endParaRPr/>
          </a:p>
        </p:txBody>
      </p:sp>
      <p:sp>
        <p:nvSpPr>
          <p:cNvPr id="90" name="Google Shape;90;p2"/>
          <p:cNvSpPr txBox="1"/>
          <p:nvPr>
            <p:ph idx="1" type="body"/>
          </p:nvPr>
        </p:nvSpPr>
        <p:spPr>
          <a:xfrm>
            <a:off x="838200" y="1120775"/>
            <a:ext cx="10515600" cy="505618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Web applications present </a:t>
            </a:r>
            <a:r>
              <a:rPr b="0" i="0" lang="en-US" sz="2800" u="none" cap="none" strike="noStrike">
                <a:solidFill>
                  <a:srgbClr val="FF0000"/>
                </a:solidFill>
                <a:latin typeface="Calibri"/>
                <a:ea typeface="Calibri"/>
                <a:cs typeface="Calibri"/>
                <a:sym typeface="Calibri"/>
              </a:rPr>
              <a:t>a complex set </a:t>
            </a:r>
            <a:r>
              <a:rPr b="0" i="0" lang="en-US" sz="2800" u="none" cap="none" strike="noStrike">
                <a:solidFill>
                  <a:schemeClr val="dk1"/>
                </a:solidFill>
                <a:latin typeface="Calibri"/>
                <a:ea typeface="Calibri"/>
                <a:cs typeface="Calibri"/>
                <a:sym typeface="Calibri"/>
              </a:rPr>
              <a:t>of</a:t>
            </a:r>
            <a:r>
              <a:rPr b="0" i="0" lang="en-US" sz="2800" u="none" cap="none" strike="noStrike">
                <a:solidFill>
                  <a:srgbClr val="FF0000"/>
                </a:solidFill>
                <a:latin typeface="Calibri"/>
                <a:ea typeface="Calibri"/>
                <a:cs typeface="Calibri"/>
                <a:sym typeface="Calibri"/>
              </a:rPr>
              <a:t> security issues </a:t>
            </a:r>
            <a:r>
              <a:rPr b="0" i="0" lang="en-US" sz="2800" u="none" cap="none" strike="noStrike">
                <a:solidFill>
                  <a:schemeClr val="dk1"/>
                </a:solidFill>
                <a:latin typeface="Calibri"/>
                <a:ea typeface="Calibri"/>
                <a:cs typeface="Calibri"/>
                <a:sym typeface="Calibri"/>
              </a:rPr>
              <a:t>for architects, designers, and developers.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The most secure and </a:t>
            </a:r>
            <a:r>
              <a:rPr b="0" i="0" lang="en-US" sz="2800" u="none" cap="none" strike="noStrike">
                <a:solidFill>
                  <a:srgbClr val="FF0000"/>
                </a:solidFill>
                <a:latin typeface="Calibri"/>
                <a:ea typeface="Calibri"/>
                <a:cs typeface="Calibri"/>
                <a:sym typeface="Calibri"/>
              </a:rPr>
              <a:t>hack-resilient</a:t>
            </a:r>
            <a:r>
              <a:rPr b="0" i="0" lang="en-US" sz="2800" u="none" cap="none" strike="noStrike">
                <a:solidFill>
                  <a:schemeClr val="dk1"/>
                </a:solidFill>
                <a:latin typeface="Calibri"/>
                <a:ea typeface="Calibri"/>
                <a:cs typeface="Calibri"/>
                <a:sym typeface="Calibri"/>
              </a:rPr>
              <a:t> web applications are those that have been </a:t>
            </a:r>
            <a:r>
              <a:rPr b="0" i="0" lang="en-US" sz="2800" u="none" cap="none" strike="noStrike">
                <a:solidFill>
                  <a:srgbClr val="FF0000"/>
                </a:solidFill>
                <a:latin typeface="Calibri"/>
                <a:ea typeface="Calibri"/>
                <a:cs typeface="Calibri"/>
                <a:sym typeface="Calibri"/>
              </a:rPr>
              <a:t>built from the ground up with security in mind</a:t>
            </a:r>
            <a:r>
              <a:rPr b="0" i="0" lang="en-US" sz="2800" u="none" cap="none" strike="noStrike">
                <a:solidFill>
                  <a:schemeClr val="dk1"/>
                </a:solidFill>
                <a:latin typeface="Calibri"/>
                <a:ea typeface="Calibri"/>
                <a:cs typeface="Calibri"/>
                <a:sym typeface="Calibri"/>
              </a:rPr>
              <a:t> (Applying </a:t>
            </a:r>
            <a:r>
              <a:rPr b="0" i="0" lang="en-US" sz="2800" u="none" cap="none" strike="noStrike">
                <a:solidFill>
                  <a:srgbClr val="FF0000"/>
                </a:solidFill>
                <a:latin typeface="Calibri"/>
                <a:ea typeface="Calibri"/>
                <a:cs typeface="Calibri"/>
                <a:sym typeface="Calibri"/>
              </a:rPr>
              <a:t>sound architectural and design </a:t>
            </a:r>
            <a:r>
              <a:rPr b="0" i="0" lang="en-US" sz="2800" u="none" cap="none" strike="noStrike">
                <a:solidFill>
                  <a:schemeClr val="dk1"/>
                </a:solidFill>
                <a:latin typeface="Calibri"/>
                <a:ea typeface="Calibri"/>
                <a:cs typeface="Calibri"/>
                <a:sym typeface="Calibri"/>
              </a:rPr>
              <a:t>practices, incorporate </a:t>
            </a:r>
            <a:r>
              <a:rPr b="0" i="0" lang="en-US" sz="2800" u="none" cap="none" strike="noStrike">
                <a:solidFill>
                  <a:srgbClr val="FF0000"/>
                </a:solidFill>
                <a:latin typeface="Calibri"/>
                <a:ea typeface="Calibri"/>
                <a:cs typeface="Calibri"/>
                <a:sym typeface="Calibri"/>
              </a:rPr>
              <a:t>deployment considerations </a:t>
            </a:r>
            <a:r>
              <a:rPr b="0" i="0" lang="en-US" sz="2800" u="none" cap="none" strike="noStrike">
                <a:solidFill>
                  <a:schemeClr val="dk1"/>
                </a:solidFill>
                <a:latin typeface="Calibri"/>
                <a:ea typeface="Calibri"/>
                <a:cs typeface="Calibri"/>
                <a:sym typeface="Calibri"/>
              </a:rPr>
              <a:t>and </a:t>
            </a:r>
            <a:r>
              <a:rPr b="0" i="0" lang="en-US" sz="2800" u="none" cap="none" strike="noStrike">
                <a:solidFill>
                  <a:srgbClr val="FF0000"/>
                </a:solidFill>
                <a:latin typeface="Calibri"/>
                <a:ea typeface="Calibri"/>
                <a:cs typeface="Calibri"/>
                <a:sym typeface="Calibri"/>
              </a:rPr>
              <a:t>corporate security policies</a:t>
            </a:r>
            <a:r>
              <a:rPr b="0" i="0" lang="en-US" sz="2800" u="none" cap="none" strike="noStrike">
                <a:solidFill>
                  <a:schemeClr val="dk1"/>
                </a:solidFill>
                <a:latin typeface="Calibri"/>
                <a:ea typeface="Calibri"/>
                <a:cs typeface="Calibri"/>
                <a:sym typeface="Calibri"/>
              </a:rPr>
              <a:t>)</a:t>
            </a:r>
            <a:r>
              <a:rPr b="0" i="0" lang="en-US" sz="2800" u="none" cap="none" strike="noStrike">
                <a:solidFill>
                  <a:srgbClr val="FF0000"/>
                </a:solidFill>
                <a:latin typeface="Calibri"/>
                <a:ea typeface="Calibri"/>
                <a:cs typeface="Calibri"/>
                <a:sym typeface="Calibri"/>
              </a:rPr>
              <a:t>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Presenting </a:t>
            </a:r>
            <a:r>
              <a:rPr b="0" i="0" lang="en-US" sz="2800" u="none" cap="none" strike="noStrike">
                <a:solidFill>
                  <a:srgbClr val="FF0000"/>
                </a:solidFill>
                <a:latin typeface="Calibri"/>
                <a:ea typeface="Calibri"/>
                <a:cs typeface="Calibri"/>
                <a:sym typeface="Calibri"/>
              </a:rPr>
              <a:t>a set of secure architecture and design guidelines</a:t>
            </a:r>
            <a:r>
              <a:rPr b="0" i="0" lang="en-US" sz="2800" u="none" cap="none" strike="noStrike">
                <a:solidFill>
                  <a:schemeClr val="dk1"/>
                </a:solidFill>
                <a:latin typeface="Calibri"/>
                <a:ea typeface="Calibri"/>
                <a:cs typeface="Calibri"/>
                <a:sym typeface="Calibri"/>
              </a:rPr>
              <a:t> organized by common application vulnerability category.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4" name="Shape 94"/>
        <p:cNvGrpSpPr/>
        <p:nvPr/>
      </p:nvGrpSpPr>
      <p:grpSpPr>
        <a:xfrm>
          <a:off x="0" y="0"/>
          <a:ext cx="0" cy="0"/>
          <a:chOff x="0" y="0"/>
          <a:chExt cx="0" cy="0"/>
        </a:xfrm>
      </p:grpSpPr>
      <p:sp>
        <p:nvSpPr>
          <p:cNvPr id="95" name="Google Shape;95;p3"/>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400"/>
              <a:buFont typeface="Calibri"/>
              <a:buNone/>
            </a:pPr>
            <a:r>
              <a:rPr b="0" i="0" lang="en-US" sz="4400" u="none">
                <a:solidFill>
                  <a:schemeClr val="dk1"/>
                </a:solidFill>
                <a:latin typeface="Calibri"/>
                <a:ea typeface="Calibri"/>
                <a:cs typeface="Calibri"/>
                <a:sym typeface="Calibri"/>
              </a:rPr>
              <a:t>Architecture and Design Issues for Web Applications</a:t>
            </a:r>
            <a:endParaRPr/>
          </a:p>
        </p:txBody>
      </p:sp>
      <p:sp>
        <p:nvSpPr>
          <p:cNvPr id="96" name="Google Shape;96;p3"/>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cap="none" strike="noStrike">
                <a:solidFill>
                  <a:schemeClr val="dk1"/>
                </a:solidFill>
                <a:latin typeface="Calibri"/>
                <a:ea typeface="Calibri"/>
                <a:cs typeface="Calibri"/>
                <a:sym typeface="Calibri"/>
              </a:rPr>
              <a:t>Web applications present designers and developers with many challenges: </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The stateless nature of HTTP (i.e. </a:t>
            </a:r>
            <a:r>
              <a:rPr b="0" i="0" lang="en-US" sz="2400" u="none" cap="none" strike="noStrike">
                <a:solidFill>
                  <a:srgbClr val="FF0000"/>
                </a:solidFill>
                <a:latin typeface="Calibri"/>
                <a:ea typeface="Calibri"/>
                <a:cs typeface="Calibri"/>
                <a:sym typeface="Calibri"/>
              </a:rPr>
              <a:t>tracking per-user session </a:t>
            </a:r>
            <a:r>
              <a:rPr b="0" i="0" lang="en-US" sz="2400" u="none" cap="none" strike="noStrike">
                <a:solidFill>
                  <a:schemeClr val="dk1"/>
                </a:solidFill>
                <a:latin typeface="Calibri"/>
                <a:ea typeface="Calibri"/>
                <a:cs typeface="Calibri"/>
                <a:sym typeface="Calibri"/>
              </a:rPr>
              <a:t>state becomes the </a:t>
            </a:r>
            <a:r>
              <a:rPr b="0" i="0" lang="en-US" sz="2400" u="none" cap="none" strike="noStrike">
                <a:solidFill>
                  <a:srgbClr val="FF0000"/>
                </a:solidFill>
                <a:latin typeface="Calibri"/>
                <a:ea typeface="Calibri"/>
                <a:cs typeface="Calibri"/>
                <a:sym typeface="Calibri"/>
              </a:rPr>
              <a:t>responsibility of the application</a:t>
            </a:r>
            <a:r>
              <a:rPr b="0" i="0" lang="en-US" sz="2400" u="none" cap="none" strike="noStrike">
                <a:solidFill>
                  <a:schemeClr val="dk1"/>
                </a:solidFill>
                <a:latin typeface="Calibri"/>
                <a:ea typeface="Calibri"/>
                <a:cs typeface="Calibri"/>
                <a:sym typeface="Calibri"/>
              </a:rPr>
              <a:t>); </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Application must be able to </a:t>
            </a:r>
            <a:r>
              <a:rPr b="0" i="0" lang="en-US" sz="2400" u="none" cap="none" strike="noStrike">
                <a:solidFill>
                  <a:srgbClr val="FF0000"/>
                </a:solidFill>
                <a:latin typeface="Calibri"/>
                <a:ea typeface="Calibri"/>
                <a:cs typeface="Calibri"/>
                <a:sym typeface="Calibri"/>
              </a:rPr>
              <a:t>identify the user </a:t>
            </a:r>
            <a:r>
              <a:rPr b="0" i="0" lang="en-US" sz="2400" u="none" cap="none" strike="noStrike">
                <a:solidFill>
                  <a:schemeClr val="dk1"/>
                </a:solidFill>
                <a:latin typeface="Calibri"/>
                <a:ea typeface="Calibri"/>
                <a:cs typeface="Calibri"/>
                <a:sym typeface="Calibri"/>
              </a:rPr>
              <a:t>by using some form of </a:t>
            </a:r>
            <a:r>
              <a:rPr b="0" i="0" lang="en-US" sz="2400" u="none" cap="none" strike="noStrike">
                <a:solidFill>
                  <a:srgbClr val="FF0000"/>
                </a:solidFill>
                <a:latin typeface="Calibri"/>
                <a:ea typeface="Calibri"/>
                <a:cs typeface="Calibri"/>
                <a:sym typeface="Calibri"/>
              </a:rPr>
              <a:t>authentication</a:t>
            </a:r>
            <a:r>
              <a:rPr b="0" i="0" lang="en-US" sz="2400" u="none" cap="none" strike="noStrike">
                <a:solidFill>
                  <a:schemeClr val="dk1"/>
                </a:solidFill>
                <a:latin typeface="Calibri"/>
                <a:ea typeface="Calibri"/>
                <a:cs typeface="Calibri"/>
                <a:sym typeface="Calibri"/>
              </a:rPr>
              <a:t>; </a:t>
            </a:r>
            <a:endParaRPr/>
          </a:p>
          <a:p>
            <a:pPr indent="-228600" lvl="1" marL="685800" marR="0" rtl="0" algn="l">
              <a:lnSpc>
                <a:spcPct val="90000"/>
              </a:lnSpc>
              <a:spcBef>
                <a:spcPts val="500"/>
              </a:spcBef>
              <a:spcAft>
                <a:spcPts val="0"/>
              </a:spcAft>
              <a:buClr>
                <a:schemeClr val="dk1"/>
              </a:buClr>
              <a:buSzPts val="2400"/>
              <a:buFont typeface="Arial"/>
              <a:buChar char="•"/>
            </a:pPr>
            <a:r>
              <a:rPr b="0" i="0" lang="en-US" sz="2400" u="none" cap="none" strike="noStrike">
                <a:solidFill>
                  <a:schemeClr val="dk1"/>
                </a:solidFill>
                <a:latin typeface="Calibri"/>
                <a:ea typeface="Calibri"/>
                <a:cs typeface="Calibri"/>
                <a:sym typeface="Calibri"/>
              </a:rPr>
              <a:t>Ensure </a:t>
            </a:r>
            <a:r>
              <a:rPr b="0" i="0" lang="en-US" sz="2400" u="none" cap="none" strike="noStrike">
                <a:solidFill>
                  <a:srgbClr val="FF0000"/>
                </a:solidFill>
                <a:latin typeface="Calibri"/>
                <a:ea typeface="Calibri"/>
                <a:cs typeface="Calibri"/>
                <a:sym typeface="Calibri"/>
              </a:rPr>
              <a:t>authentication process </a:t>
            </a:r>
            <a:r>
              <a:rPr b="0" i="0" lang="en-US" sz="2400" u="none" cap="none" strike="noStrike">
                <a:solidFill>
                  <a:schemeClr val="dk1"/>
                </a:solidFill>
                <a:latin typeface="Calibri"/>
                <a:ea typeface="Calibri"/>
                <a:cs typeface="Calibri"/>
                <a:sym typeface="Calibri"/>
              </a:rPr>
              <a:t>is </a:t>
            </a:r>
            <a:r>
              <a:rPr b="0" i="0" lang="en-US" sz="2400" u="none" cap="none" strike="noStrike">
                <a:solidFill>
                  <a:srgbClr val="FF0000"/>
                </a:solidFill>
                <a:latin typeface="Calibri"/>
                <a:ea typeface="Calibri"/>
                <a:cs typeface="Calibri"/>
                <a:sym typeface="Calibri"/>
              </a:rPr>
              <a:t>secure</a:t>
            </a:r>
            <a:r>
              <a:rPr b="0" i="0" lang="en-US" sz="2400" u="none" cap="none" strike="noStrike">
                <a:solidFill>
                  <a:schemeClr val="dk1"/>
                </a:solidFill>
                <a:latin typeface="Calibri"/>
                <a:ea typeface="Calibri"/>
                <a:cs typeface="Calibri"/>
                <a:sym typeface="Calibri"/>
              </a:rPr>
              <a:t>;</a:t>
            </a:r>
            <a:endParaRPr/>
          </a:p>
          <a:p>
            <a:pPr indent="-228600" lvl="1" marL="685800" marR="0" rtl="0" algn="l">
              <a:lnSpc>
                <a:spcPct val="90000"/>
              </a:lnSpc>
              <a:spcBef>
                <a:spcPts val="500"/>
              </a:spcBef>
              <a:spcAft>
                <a:spcPts val="0"/>
              </a:spcAft>
              <a:buClr>
                <a:srgbClr val="FF0000"/>
              </a:buClr>
              <a:buSzPts val="2400"/>
              <a:buFont typeface="Arial"/>
              <a:buChar char="•"/>
            </a:pPr>
            <a:r>
              <a:rPr b="0" i="0" lang="en-US" sz="2400" u="none" cap="none" strike="noStrike">
                <a:solidFill>
                  <a:srgbClr val="FF0000"/>
                </a:solidFill>
                <a:latin typeface="Calibri"/>
                <a:ea typeface="Calibri"/>
                <a:cs typeface="Calibri"/>
                <a:sym typeface="Calibri"/>
              </a:rPr>
              <a:t>Session handling mechanism </a:t>
            </a:r>
            <a:r>
              <a:rPr b="0" i="0" lang="en-US" sz="2400" u="none" cap="none" strike="noStrike">
                <a:solidFill>
                  <a:schemeClr val="dk1"/>
                </a:solidFill>
                <a:latin typeface="Calibri"/>
                <a:ea typeface="Calibri"/>
                <a:cs typeface="Calibri"/>
                <a:sym typeface="Calibri"/>
              </a:rPr>
              <a:t>for track authenticated users is equally well </a:t>
            </a:r>
            <a:r>
              <a:rPr b="0" i="0" lang="en-US" sz="2400" u="none" cap="none" strike="noStrike">
                <a:solidFill>
                  <a:srgbClr val="FF0000"/>
                </a:solidFill>
                <a:latin typeface="Calibri"/>
                <a:ea typeface="Calibri"/>
                <a:cs typeface="Calibri"/>
                <a:sym typeface="Calibri"/>
              </a:rPr>
              <a:t>protected</a:t>
            </a:r>
            <a:r>
              <a:rPr b="0" i="0" lang="en-US" sz="2400" u="none" cap="none" strike="noStrike">
                <a:solidFill>
                  <a:schemeClr val="dk1"/>
                </a:solidFill>
                <a:latin typeface="Calibri"/>
                <a:ea typeface="Calibri"/>
                <a:cs typeface="Calibri"/>
                <a:sym typeface="Calibri"/>
              </a:rPr>
              <a:t>; </a:t>
            </a:r>
            <a:endParaRPr/>
          </a:p>
          <a:p>
            <a:pPr indent="-228600" lvl="1" marL="685800" marR="0" rtl="0" algn="l">
              <a:lnSpc>
                <a:spcPct val="90000"/>
              </a:lnSpc>
              <a:spcBef>
                <a:spcPts val="500"/>
              </a:spcBef>
              <a:spcAft>
                <a:spcPts val="0"/>
              </a:spcAft>
              <a:buClr>
                <a:srgbClr val="FF0000"/>
              </a:buClr>
              <a:buSzPts val="2400"/>
              <a:buFont typeface="Arial"/>
              <a:buChar char="•"/>
            </a:pPr>
            <a:r>
              <a:rPr b="0" i="0" lang="en-US" sz="2400" u="none" cap="none" strike="noStrike">
                <a:solidFill>
                  <a:srgbClr val="FF0000"/>
                </a:solidFill>
                <a:latin typeface="Calibri"/>
                <a:ea typeface="Calibri"/>
                <a:cs typeface="Calibri"/>
                <a:sym typeface="Calibri"/>
              </a:rPr>
              <a:t>Preventing</a:t>
            </a:r>
            <a:r>
              <a:rPr b="0" i="0" lang="en-US" sz="2400" u="none" cap="none" strike="noStrike">
                <a:solidFill>
                  <a:schemeClr val="dk1"/>
                </a:solidFill>
                <a:latin typeface="Calibri"/>
                <a:ea typeface="Calibri"/>
                <a:cs typeface="Calibri"/>
                <a:sym typeface="Calibri"/>
              </a:rPr>
              <a:t> </a:t>
            </a:r>
            <a:r>
              <a:rPr b="0" i="0" lang="en-US" sz="2400" u="none" cap="none" strike="noStrike">
                <a:solidFill>
                  <a:srgbClr val="FF0000"/>
                </a:solidFill>
                <a:latin typeface="Calibri"/>
                <a:ea typeface="Calibri"/>
                <a:cs typeface="Calibri"/>
                <a:sym typeface="Calibri"/>
              </a:rPr>
              <a:t>parameter manipulation</a:t>
            </a:r>
            <a:r>
              <a:rPr b="0" i="0" lang="en-US" sz="2400" u="none" cap="none" strike="noStrike">
                <a:solidFill>
                  <a:schemeClr val="dk1"/>
                </a:solidFill>
                <a:latin typeface="Calibri"/>
                <a:ea typeface="Calibri"/>
                <a:cs typeface="Calibri"/>
                <a:sym typeface="Calibri"/>
              </a:rPr>
              <a:t>.</a:t>
            </a:r>
            <a:endParaRPr/>
          </a:p>
          <a:p>
            <a:pPr indent="-228600" lvl="1" marL="685800" marR="0" rtl="0" algn="l">
              <a:lnSpc>
                <a:spcPct val="90000"/>
              </a:lnSpc>
              <a:spcBef>
                <a:spcPts val="500"/>
              </a:spcBef>
              <a:spcAft>
                <a:spcPts val="0"/>
              </a:spcAft>
              <a:buClr>
                <a:srgbClr val="FF0000"/>
              </a:buClr>
              <a:buSzPts val="2400"/>
              <a:buFont typeface="Arial"/>
              <a:buChar char="•"/>
            </a:pPr>
            <a:r>
              <a:rPr b="0" i="0" lang="en-US" sz="2400" u="none" cap="none" strike="noStrike">
                <a:solidFill>
                  <a:srgbClr val="FF0000"/>
                </a:solidFill>
                <a:latin typeface="Calibri"/>
                <a:ea typeface="Calibri"/>
                <a:cs typeface="Calibri"/>
                <a:sym typeface="Calibri"/>
              </a:rPr>
              <a:t>Preventing disclosure </a:t>
            </a:r>
            <a:r>
              <a:rPr b="0" i="0" lang="en-US" sz="2400" u="none" cap="none" strike="noStrike">
                <a:solidFill>
                  <a:schemeClr val="dk1"/>
                </a:solidFill>
                <a:latin typeface="Calibri"/>
                <a:ea typeface="Calibri"/>
                <a:cs typeface="Calibri"/>
                <a:sym typeface="Calibri"/>
              </a:rPr>
              <a:t>of </a:t>
            </a:r>
            <a:r>
              <a:rPr b="0" i="0" lang="en-US" sz="2400" u="none" cap="none" strike="noStrike">
                <a:solidFill>
                  <a:srgbClr val="FF0000"/>
                </a:solidFill>
                <a:latin typeface="Calibri"/>
                <a:ea typeface="Calibri"/>
                <a:cs typeface="Calibri"/>
                <a:sym typeface="Calibri"/>
              </a:rPr>
              <a:t>sensitive data</a:t>
            </a:r>
            <a:r>
              <a:rPr b="0" i="0" lang="en-US" sz="2400" u="none" cap="none" strike="noStrike">
                <a:solidFill>
                  <a:schemeClr val="dk1"/>
                </a:solidFill>
                <a:latin typeface="Calibri"/>
                <a:ea typeface="Calibri"/>
                <a:cs typeface="Calibri"/>
                <a:sym typeface="Calibri"/>
              </a:rPr>
              <a:t>.</a:t>
            </a:r>
            <a:endParaRPr/>
          </a:p>
          <a:p>
            <a:pPr indent="-76200" lvl="0" marL="228600" marR="0" rtl="0" algn="l">
              <a:lnSpc>
                <a:spcPct val="90000"/>
              </a:lnSpc>
              <a:spcBef>
                <a:spcPts val="1000"/>
              </a:spcBef>
              <a:spcAft>
                <a:spcPts val="0"/>
              </a:spcAft>
              <a:buClr>
                <a:schemeClr val="dk1"/>
              </a:buClr>
              <a:buSzPts val="2400"/>
              <a:buFont typeface="Arial"/>
              <a:buNone/>
            </a:pPr>
            <a:r>
              <a:t/>
            </a:r>
            <a:endParaRPr b="0" i="0" sz="2400" u="none" cap="none" strike="noStrike">
              <a:solidFill>
                <a:schemeClr val="dk1"/>
              </a:solidFill>
              <a:latin typeface="Calibri"/>
              <a:ea typeface="Calibri"/>
              <a:cs typeface="Calibri"/>
              <a:sym typeface="Calibri"/>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4"/>
          <p:cNvSpPr txBox="1"/>
          <p:nvPr>
            <p:ph type="title"/>
          </p:nvPr>
        </p:nvSpPr>
        <p:spPr>
          <a:xfrm>
            <a:off x="838200" y="211137"/>
            <a:ext cx="10515600" cy="561975"/>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Top issues need to address with secure design practices</a:t>
            </a:r>
            <a:endParaRPr/>
          </a:p>
        </p:txBody>
      </p:sp>
      <p:sp>
        <p:nvSpPr>
          <p:cNvPr descr="Ff648647.f04thcm01(en-us,PandP.10).gif" id="102" name="Google Shape;102;p4"/>
          <p:cNvSpPr txBox="1"/>
          <p:nvPr/>
        </p:nvSpPr>
        <p:spPr>
          <a:xfrm>
            <a:off x="123825" y="92075"/>
            <a:ext cx="304800" cy="30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None/>
            </a:pPr>
            <a:r>
              <a:t/>
            </a:r>
            <a:endParaRPr b="0" i="0" sz="1800" u="none">
              <a:solidFill>
                <a:schemeClr val="dk1"/>
              </a:solidFill>
              <a:latin typeface="Arial"/>
              <a:ea typeface="Arial"/>
              <a:cs typeface="Arial"/>
              <a:sym typeface="Arial"/>
            </a:endParaRPr>
          </a:p>
        </p:txBody>
      </p:sp>
      <p:pic>
        <p:nvPicPr>
          <p:cNvPr id="103" name="Google Shape;103;p4"/>
          <p:cNvPicPr preferRelativeResize="0"/>
          <p:nvPr/>
        </p:nvPicPr>
        <p:blipFill rotWithShape="1">
          <a:blip r:embed="rId3">
            <a:alphaModFix/>
          </a:blip>
          <a:srcRect b="0" l="0" r="0" t="0"/>
          <a:stretch/>
        </p:blipFill>
        <p:spPr>
          <a:xfrm>
            <a:off x="3244850" y="1158875"/>
            <a:ext cx="5294312" cy="4105275"/>
          </a:xfrm>
          <a:prstGeom prst="rect">
            <a:avLst/>
          </a:prstGeom>
          <a:noFill/>
          <a:ln>
            <a:noFill/>
          </a:ln>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7" name="Shape 107"/>
        <p:cNvGrpSpPr/>
        <p:nvPr/>
      </p:nvGrpSpPr>
      <p:grpSpPr>
        <a:xfrm>
          <a:off x="0" y="0"/>
          <a:ext cx="0" cy="0"/>
          <a:chOff x="0" y="0"/>
          <a:chExt cx="0" cy="0"/>
        </a:xfrm>
      </p:grpSpPr>
      <p:sp>
        <p:nvSpPr>
          <p:cNvPr id="108" name="Google Shape;108;p5"/>
          <p:cNvSpPr txBox="1"/>
          <p:nvPr>
            <p:ph type="title"/>
          </p:nvPr>
        </p:nvSpPr>
        <p:spPr>
          <a:xfrm>
            <a:off x="838200" y="365125"/>
            <a:ext cx="10515600" cy="935037"/>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Web Application Vulnerabilities due to Bad design</a:t>
            </a:r>
            <a:endParaRPr/>
          </a:p>
        </p:txBody>
      </p:sp>
      <p:sp>
        <p:nvSpPr>
          <p:cNvPr id="109" name="Google Shape;109;p5"/>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rmAutofit/>
          </a:bodyPr>
          <a:lstStyle/>
          <a:p>
            <a:pPr indent="-514350" lvl="0" marL="514350" marR="0" rtl="0" algn="l">
              <a:lnSpc>
                <a:spcPct val="70000"/>
              </a:lnSpc>
              <a:spcBef>
                <a:spcPts val="0"/>
              </a:spcBef>
              <a:spcAft>
                <a:spcPts val="0"/>
              </a:spcAft>
              <a:buClr>
                <a:schemeClr val="dk1"/>
              </a:buClr>
              <a:buSzPts val="2600"/>
              <a:buFont typeface="Calibri"/>
              <a:buAutoNum type="arabicPeriod"/>
            </a:pPr>
            <a:r>
              <a:rPr b="0" i="0" lang="en-US" sz="2600" u="none">
                <a:solidFill>
                  <a:schemeClr val="dk1"/>
                </a:solidFill>
                <a:latin typeface="Calibri"/>
                <a:ea typeface="Calibri"/>
                <a:cs typeface="Calibri"/>
                <a:sym typeface="Calibri"/>
              </a:rPr>
              <a:t>Input Validation</a:t>
            </a:r>
            <a:endParaRPr/>
          </a:p>
          <a:p>
            <a:pPr indent="-514350" lvl="0" marL="514350" marR="0" rtl="0" algn="l">
              <a:lnSpc>
                <a:spcPct val="70000"/>
              </a:lnSpc>
              <a:spcBef>
                <a:spcPts val="1000"/>
              </a:spcBef>
              <a:spcAft>
                <a:spcPts val="0"/>
              </a:spcAft>
              <a:buClr>
                <a:schemeClr val="dk1"/>
              </a:buClr>
              <a:buSzPts val="2600"/>
              <a:buFont typeface="Calibri"/>
              <a:buAutoNum type="arabicPeriod"/>
            </a:pPr>
            <a:r>
              <a:rPr b="0" i="0" lang="en-US" sz="2600" u="none">
                <a:solidFill>
                  <a:schemeClr val="dk1"/>
                </a:solidFill>
                <a:latin typeface="Calibri"/>
                <a:ea typeface="Calibri"/>
                <a:cs typeface="Calibri"/>
                <a:sym typeface="Calibri"/>
              </a:rPr>
              <a:t>Authentication</a:t>
            </a:r>
            <a:endParaRPr/>
          </a:p>
          <a:p>
            <a:pPr indent="-514350" lvl="0" marL="514350" marR="0" rtl="0" algn="l">
              <a:lnSpc>
                <a:spcPct val="70000"/>
              </a:lnSpc>
              <a:spcBef>
                <a:spcPts val="1000"/>
              </a:spcBef>
              <a:spcAft>
                <a:spcPts val="0"/>
              </a:spcAft>
              <a:buClr>
                <a:schemeClr val="dk1"/>
              </a:buClr>
              <a:buSzPts val="2600"/>
              <a:buFont typeface="Calibri"/>
              <a:buAutoNum type="arabicPeriod"/>
            </a:pPr>
            <a:r>
              <a:rPr b="0" i="0" lang="en-US" sz="2600" u="none">
                <a:solidFill>
                  <a:schemeClr val="dk1"/>
                </a:solidFill>
                <a:latin typeface="Calibri"/>
                <a:ea typeface="Calibri"/>
                <a:cs typeface="Calibri"/>
                <a:sym typeface="Calibri"/>
              </a:rPr>
              <a:t>Authorization</a:t>
            </a:r>
            <a:endParaRPr/>
          </a:p>
          <a:p>
            <a:pPr indent="-514350" lvl="0" marL="514350" marR="0" rtl="0" algn="l">
              <a:lnSpc>
                <a:spcPct val="70000"/>
              </a:lnSpc>
              <a:spcBef>
                <a:spcPts val="1000"/>
              </a:spcBef>
              <a:spcAft>
                <a:spcPts val="0"/>
              </a:spcAft>
              <a:buClr>
                <a:schemeClr val="dk1"/>
              </a:buClr>
              <a:buSzPts val="2600"/>
              <a:buFont typeface="Calibri"/>
              <a:buAutoNum type="arabicPeriod"/>
            </a:pPr>
            <a:r>
              <a:rPr b="0" i="0" lang="en-US" sz="2600" u="none">
                <a:solidFill>
                  <a:schemeClr val="dk1"/>
                </a:solidFill>
                <a:latin typeface="Calibri"/>
                <a:ea typeface="Calibri"/>
                <a:cs typeface="Calibri"/>
                <a:sym typeface="Calibri"/>
              </a:rPr>
              <a:t>Configuration Management</a:t>
            </a:r>
            <a:endParaRPr/>
          </a:p>
          <a:p>
            <a:pPr indent="-514350" lvl="0" marL="514350" marR="0" rtl="0" algn="l">
              <a:lnSpc>
                <a:spcPct val="70000"/>
              </a:lnSpc>
              <a:spcBef>
                <a:spcPts val="1000"/>
              </a:spcBef>
              <a:spcAft>
                <a:spcPts val="0"/>
              </a:spcAft>
              <a:buClr>
                <a:schemeClr val="dk1"/>
              </a:buClr>
              <a:buSzPts val="2600"/>
              <a:buFont typeface="Calibri"/>
              <a:buAutoNum type="arabicPeriod"/>
            </a:pPr>
            <a:r>
              <a:rPr b="0" i="0" lang="en-US" sz="2600" u="none">
                <a:solidFill>
                  <a:schemeClr val="dk1"/>
                </a:solidFill>
                <a:latin typeface="Calibri"/>
                <a:ea typeface="Calibri"/>
                <a:cs typeface="Calibri"/>
                <a:sym typeface="Calibri"/>
              </a:rPr>
              <a:t>Sensitive Data</a:t>
            </a:r>
            <a:endParaRPr/>
          </a:p>
          <a:p>
            <a:pPr indent="-514350" lvl="0" marL="514350" marR="0" rtl="0" algn="l">
              <a:lnSpc>
                <a:spcPct val="70000"/>
              </a:lnSpc>
              <a:spcBef>
                <a:spcPts val="1000"/>
              </a:spcBef>
              <a:spcAft>
                <a:spcPts val="0"/>
              </a:spcAft>
              <a:buClr>
                <a:schemeClr val="dk1"/>
              </a:buClr>
              <a:buSzPts val="2600"/>
              <a:buFont typeface="Calibri"/>
              <a:buAutoNum type="arabicPeriod"/>
            </a:pPr>
            <a:r>
              <a:rPr b="0" i="0" lang="en-US" sz="2600" u="none">
                <a:solidFill>
                  <a:schemeClr val="dk1"/>
                </a:solidFill>
                <a:latin typeface="Calibri"/>
                <a:ea typeface="Calibri"/>
                <a:cs typeface="Calibri"/>
                <a:sym typeface="Calibri"/>
              </a:rPr>
              <a:t>Session Management</a:t>
            </a:r>
            <a:endParaRPr/>
          </a:p>
          <a:p>
            <a:pPr indent="-514350" lvl="0" marL="514350" marR="0" rtl="0" algn="l">
              <a:lnSpc>
                <a:spcPct val="70000"/>
              </a:lnSpc>
              <a:spcBef>
                <a:spcPts val="1000"/>
              </a:spcBef>
              <a:spcAft>
                <a:spcPts val="0"/>
              </a:spcAft>
              <a:buClr>
                <a:schemeClr val="dk1"/>
              </a:buClr>
              <a:buSzPts val="2600"/>
              <a:buFont typeface="Calibri"/>
              <a:buAutoNum type="arabicPeriod"/>
            </a:pPr>
            <a:r>
              <a:rPr b="0" i="0" lang="en-US" sz="2600" u="none">
                <a:solidFill>
                  <a:schemeClr val="dk1"/>
                </a:solidFill>
                <a:latin typeface="Calibri"/>
                <a:ea typeface="Calibri"/>
                <a:cs typeface="Calibri"/>
                <a:sym typeface="Calibri"/>
              </a:rPr>
              <a:t>Cryptography</a:t>
            </a:r>
            <a:endParaRPr/>
          </a:p>
          <a:p>
            <a:pPr indent="-514350" lvl="0" marL="514350" marR="0" rtl="0" algn="l">
              <a:lnSpc>
                <a:spcPct val="70000"/>
              </a:lnSpc>
              <a:spcBef>
                <a:spcPts val="1000"/>
              </a:spcBef>
              <a:spcAft>
                <a:spcPts val="0"/>
              </a:spcAft>
              <a:buClr>
                <a:schemeClr val="dk1"/>
              </a:buClr>
              <a:buSzPts val="2600"/>
              <a:buFont typeface="Calibri"/>
              <a:buAutoNum type="arabicPeriod"/>
            </a:pPr>
            <a:r>
              <a:rPr b="0" i="0" lang="en-US" sz="2600" u="none">
                <a:solidFill>
                  <a:schemeClr val="dk1"/>
                </a:solidFill>
                <a:latin typeface="Calibri"/>
                <a:ea typeface="Calibri"/>
                <a:cs typeface="Calibri"/>
                <a:sym typeface="Calibri"/>
              </a:rPr>
              <a:t>Parameter Manipulation</a:t>
            </a:r>
            <a:endParaRPr/>
          </a:p>
          <a:p>
            <a:pPr indent="-514350" lvl="0" marL="514350" marR="0" rtl="0" algn="l">
              <a:lnSpc>
                <a:spcPct val="70000"/>
              </a:lnSpc>
              <a:spcBef>
                <a:spcPts val="1000"/>
              </a:spcBef>
              <a:spcAft>
                <a:spcPts val="0"/>
              </a:spcAft>
              <a:buClr>
                <a:schemeClr val="dk1"/>
              </a:buClr>
              <a:buSzPts val="2600"/>
              <a:buFont typeface="Calibri"/>
              <a:buAutoNum type="arabicPeriod"/>
            </a:pPr>
            <a:r>
              <a:rPr b="0" i="0" lang="en-US" sz="2600" u="none">
                <a:solidFill>
                  <a:schemeClr val="dk1"/>
                </a:solidFill>
                <a:latin typeface="Calibri"/>
                <a:ea typeface="Calibri"/>
                <a:cs typeface="Calibri"/>
                <a:sym typeface="Calibri"/>
              </a:rPr>
              <a:t>Exception Management</a:t>
            </a:r>
            <a:endParaRPr/>
          </a:p>
          <a:p>
            <a:pPr indent="-514350" lvl="0" marL="514350" marR="0" rtl="0" algn="l">
              <a:lnSpc>
                <a:spcPct val="70000"/>
              </a:lnSpc>
              <a:spcBef>
                <a:spcPts val="1000"/>
              </a:spcBef>
              <a:spcAft>
                <a:spcPts val="0"/>
              </a:spcAft>
              <a:buClr>
                <a:schemeClr val="dk1"/>
              </a:buClr>
              <a:buSzPts val="2600"/>
              <a:buFont typeface="Calibri"/>
              <a:buAutoNum type="arabicPeriod"/>
            </a:pPr>
            <a:r>
              <a:rPr b="0" i="0" lang="en-US" sz="2600" u="none">
                <a:solidFill>
                  <a:schemeClr val="dk1"/>
                </a:solidFill>
                <a:latin typeface="Calibri"/>
                <a:ea typeface="Calibri"/>
                <a:cs typeface="Calibri"/>
                <a:sym typeface="Calibri"/>
              </a:rPr>
              <a:t>Auditing and Logging</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3" name="Shape 113"/>
        <p:cNvGrpSpPr/>
        <p:nvPr/>
      </p:nvGrpSpPr>
      <p:grpSpPr>
        <a:xfrm>
          <a:off x="0" y="0"/>
          <a:ext cx="0" cy="0"/>
          <a:chOff x="0" y="0"/>
          <a:chExt cx="0" cy="0"/>
        </a:xfrm>
      </p:grpSpPr>
      <p:graphicFrame>
        <p:nvGraphicFramePr>
          <p:cNvPr id="114" name="Google Shape;114;p6"/>
          <p:cNvGraphicFramePr/>
          <p:nvPr/>
        </p:nvGraphicFramePr>
        <p:xfrm>
          <a:off x="180975" y="230187"/>
          <a:ext cx="3000000" cy="3000000"/>
        </p:xfrm>
        <a:graphic>
          <a:graphicData uri="http://schemas.openxmlformats.org/drawingml/2006/table">
            <a:tbl>
              <a:tblPr>
                <a:noFill/>
                <a:tableStyleId>{C1C351AD-6DE8-403F-99F6-21B57A50C426}</a:tableStyleId>
              </a:tblPr>
              <a:tblGrid>
                <a:gridCol w="2705100"/>
                <a:gridCol w="9013825"/>
              </a:tblGrid>
              <a:tr h="442900">
                <a:tc>
                  <a:txBody>
                    <a:bodyPr/>
                    <a:lstStyle/>
                    <a:p>
                      <a:pPr indent="0" lvl="0" marL="0" marR="0" rtl="0" algn="ctr">
                        <a:lnSpc>
                          <a:spcPct val="107000"/>
                        </a:lnSpc>
                        <a:spcBef>
                          <a:spcPts val="0"/>
                        </a:spcBef>
                        <a:spcAft>
                          <a:spcPts val="0"/>
                        </a:spcAft>
                        <a:buClr>
                          <a:srgbClr val="636363"/>
                        </a:buClr>
                        <a:buSzPts val="1800"/>
                        <a:buFont typeface="Times New Roman"/>
                        <a:buNone/>
                      </a:pPr>
                      <a:r>
                        <a:rPr b="1" i="0" lang="en-US" sz="1800" u="none" cap="none" strike="noStrike">
                          <a:solidFill>
                            <a:srgbClr val="636363"/>
                          </a:solidFill>
                          <a:latin typeface="Times New Roman"/>
                          <a:ea typeface="Times New Roman"/>
                          <a:cs typeface="Times New Roman"/>
                          <a:sym typeface="Times New Roman"/>
                        </a:rPr>
                        <a:t>Vulnerability Category</a:t>
                      </a:r>
                      <a:endParaRPr/>
                    </a:p>
                  </a:txBody>
                  <a:tcPr marT="71275" marB="71275" marR="57025" marL="57025" anchor="ctr">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solidFill>
                      <a:srgbClr val="EDEDED"/>
                    </a:solidFill>
                  </a:tcPr>
                </a:tc>
                <a:tc>
                  <a:txBody>
                    <a:bodyPr/>
                    <a:lstStyle/>
                    <a:p>
                      <a:pPr indent="0" lvl="0" marL="0" marR="0" rtl="0" algn="ctr">
                        <a:lnSpc>
                          <a:spcPct val="107000"/>
                        </a:lnSpc>
                        <a:spcBef>
                          <a:spcPts val="0"/>
                        </a:spcBef>
                        <a:spcAft>
                          <a:spcPts val="0"/>
                        </a:spcAft>
                        <a:buClr>
                          <a:srgbClr val="636363"/>
                        </a:buClr>
                        <a:buSzPts val="1800"/>
                        <a:buFont typeface="Times New Roman"/>
                        <a:buNone/>
                      </a:pPr>
                      <a:r>
                        <a:rPr b="1" i="0" lang="en-US" sz="1800" u="none" cap="none" strike="noStrike">
                          <a:solidFill>
                            <a:srgbClr val="636363"/>
                          </a:solidFill>
                          <a:latin typeface="Times New Roman"/>
                          <a:ea typeface="Times New Roman"/>
                          <a:cs typeface="Times New Roman"/>
                          <a:sym typeface="Times New Roman"/>
                        </a:rPr>
                        <a:t>Potential Problem Due to Bad Design</a:t>
                      </a:r>
                      <a:endParaRPr/>
                    </a:p>
                  </a:txBody>
                  <a:tcPr marT="71275" marB="71275" marR="57025" marL="57025" anchor="ctr">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solidFill>
                      <a:srgbClr val="EDEDED"/>
                    </a:solidFill>
                  </a:tcPr>
                </a:tc>
              </a:tr>
              <a:tr h="1022350">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Input Validation</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Attacks performed by embedding malicious strings in query strings, form fields, cookies, and HTTP headers. These include command execution, cross-site scripting (XSS), SQL injection, and buffer overflow attacks.</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r>
              <a:tr h="436550">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Authentication</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Identity spoofing, password cracking, elevation of privileges, and unauthorized access.</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r>
              <a:tr h="434975">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Authorization</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Access to confidential or restricted data, tampering, and execution of unauthorized operations.</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r>
              <a:tr h="730250">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Configuration Management</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Unauthorized access to administration interfaces, ability to update configuration data, and unauthorized access to user accounts and account profiles.</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r>
              <a:tr h="441325">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Sensitive Data</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Confidential information disclosure and data tampering.</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r>
              <a:tr h="442900">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Session Management</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Capture of session identifiers resulting in session hijacking and identity spoofing.</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r>
              <a:tr h="441325">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Cryptography</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Access to confidential data or account credentials, or both.</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r>
              <a:tr h="730250">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Parameter Manipulation</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Path traversal attacks, command execution, and bypass of access control mechanisms among others, leading to information disclosure, elevation of privileges, and denial of service.</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r>
              <a:tr h="442900">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Exception Management</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Denial of service and disclosure of sensitive system level details.</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r>
              <a:tr h="728650">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Auditing and Logging</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c>
                  <a:txBody>
                    <a:bodyPr/>
                    <a:lstStyle/>
                    <a:p>
                      <a:pPr indent="0" lvl="0" marL="0" marR="0" rtl="0" algn="l">
                        <a:lnSpc>
                          <a:spcPct val="107000"/>
                        </a:lnSpc>
                        <a:spcBef>
                          <a:spcPts val="0"/>
                        </a:spcBef>
                        <a:spcAft>
                          <a:spcPts val="0"/>
                        </a:spcAft>
                        <a:buClr>
                          <a:srgbClr val="2A2A2A"/>
                        </a:buClr>
                        <a:buSzPts val="1800"/>
                        <a:buFont typeface="Times New Roman"/>
                        <a:buNone/>
                      </a:pPr>
                      <a:r>
                        <a:rPr b="0" i="0" lang="en-US" sz="1800" u="none" cap="none" strike="noStrike">
                          <a:solidFill>
                            <a:srgbClr val="2A2A2A"/>
                          </a:solidFill>
                          <a:latin typeface="Times New Roman"/>
                          <a:ea typeface="Times New Roman"/>
                          <a:cs typeface="Times New Roman"/>
                          <a:sym typeface="Times New Roman"/>
                        </a:rPr>
                        <a:t>Failure to spot the signs of intrusion, inability to prove a user's actions, and difficulties in problem diagnosis.</a:t>
                      </a:r>
                      <a:endParaRPr/>
                    </a:p>
                  </a:txBody>
                  <a:tcPr marT="71275" marB="71275" marR="57025" marL="57025">
                    <a:lnL cap="flat" cmpd="sng" w="12700">
                      <a:solidFill>
                        <a:srgbClr val="BBBBBB"/>
                      </a:solidFill>
                      <a:prstDash val="solid"/>
                      <a:round/>
                      <a:headEnd len="sm" w="sm" type="none"/>
                      <a:tailEnd len="sm" w="sm" type="none"/>
                    </a:lnL>
                    <a:lnR cap="flat" cmpd="sng" w="12700">
                      <a:solidFill>
                        <a:srgbClr val="BBBBBB"/>
                      </a:solidFill>
                      <a:prstDash val="solid"/>
                      <a:round/>
                      <a:headEnd len="sm" w="sm" type="none"/>
                      <a:tailEnd len="sm" w="sm" type="none"/>
                    </a:lnR>
                    <a:lnT cap="flat" cmpd="sng" w="12700">
                      <a:solidFill>
                        <a:srgbClr val="BBBBBB"/>
                      </a:solidFill>
                      <a:prstDash val="solid"/>
                      <a:round/>
                      <a:headEnd len="sm" w="sm" type="none"/>
                      <a:tailEnd len="sm" w="sm" type="none"/>
                    </a:lnT>
                    <a:lnB cap="flat" cmpd="sng" w="12700">
                      <a:solidFill>
                        <a:srgbClr val="BBBBBB"/>
                      </a:solidFill>
                      <a:prstDash val="solid"/>
                      <a:round/>
                      <a:headEnd len="sm" w="sm" type="none"/>
                      <a:tailEnd len="sm" w="sm" type="none"/>
                    </a:lnB>
                  </a:tcPr>
                </a:tc>
              </a:tr>
            </a:tbl>
          </a:graphicData>
        </a:graphic>
      </p:graphicFrame>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8" name="Shape 118"/>
        <p:cNvGrpSpPr/>
        <p:nvPr/>
      </p:nvGrpSpPr>
      <p:grpSpPr>
        <a:xfrm>
          <a:off x="0" y="0"/>
          <a:ext cx="0" cy="0"/>
          <a:chOff x="0" y="0"/>
          <a:chExt cx="0" cy="0"/>
        </a:xfrm>
      </p:grpSpPr>
      <p:sp>
        <p:nvSpPr>
          <p:cNvPr id="119" name="Google Shape;119;p7"/>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rgbClr val="0070C0"/>
              </a:buClr>
              <a:buSzPts val="4400"/>
              <a:buFont typeface="Calibri"/>
              <a:buNone/>
            </a:pPr>
            <a:r>
              <a:rPr b="0" i="0" lang="en-US" sz="4400" u="none">
                <a:solidFill>
                  <a:srgbClr val="0070C0"/>
                </a:solidFill>
                <a:latin typeface="Calibri"/>
                <a:ea typeface="Calibri"/>
                <a:cs typeface="Calibri"/>
                <a:sym typeface="Calibri"/>
              </a:rPr>
              <a:t>1.0 Input Validation</a:t>
            </a:r>
            <a:endParaRPr/>
          </a:p>
        </p:txBody>
      </p:sp>
      <p:sp>
        <p:nvSpPr>
          <p:cNvPr id="120" name="Google Shape;120;p7"/>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0" lvl="0" marL="0" marR="0" rtl="0" algn="l">
              <a:lnSpc>
                <a:spcPct val="90000"/>
              </a:lnSpc>
              <a:spcBef>
                <a:spcPts val="0"/>
              </a:spcBef>
              <a:spcAft>
                <a:spcPts val="0"/>
              </a:spcAft>
              <a:buClr>
                <a:schemeClr val="dk1"/>
              </a:buClr>
              <a:buSzPts val="2800"/>
              <a:buFont typeface="Arial"/>
              <a:buNone/>
            </a:pPr>
            <a:r>
              <a:rPr b="1" i="0" lang="en-US" sz="2800" u="none">
                <a:solidFill>
                  <a:schemeClr val="dk1"/>
                </a:solidFill>
                <a:latin typeface="Calibri"/>
                <a:ea typeface="Calibri"/>
                <a:cs typeface="Calibri"/>
                <a:sym typeface="Calibri"/>
              </a:rPr>
              <a:t>Practices improve Web application's input validation:</a:t>
            </a:r>
            <a:endParaRPr/>
          </a:p>
          <a:p>
            <a:pPr indent="0" lvl="0" marL="0" marR="0" rtl="0" algn="l">
              <a:lnSpc>
                <a:spcPct val="9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1.01 Assume all input is malicious.</a:t>
            </a:r>
            <a:endParaRPr/>
          </a:p>
          <a:p>
            <a:pPr indent="0" lvl="0" marL="0" marR="0" rtl="0" algn="l">
              <a:lnSpc>
                <a:spcPct val="9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1.02 Centralize approach.</a:t>
            </a:r>
            <a:endParaRPr/>
          </a:p>
          <a:p>
            <a:pPr indent="0" lvl="0" marL="0" marR="0" rtl="0" algn="l">
              <a:lnSpc>
                <a:spcPct val="9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1.03 Do not rely on client-side validation.</a:t>
            </a:r>
            <a:endParaRPr/>
          </a:p>
          <a:p>
            <a:pPr indent="0" lvl="0" marL="0" marR="0" rtl="0" algn="l">
              <a:lnSpc>
                <a:spcPct val="9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1.04 Be careful with canonicalization issues.</a:t>
            </a:r>
            <a:endParaRPr/>
          </a:p>
          <a:p>
            <a:pPr indent="0" lvl="0" marL="0" marR="0" rtl="0" algn="l">
              <a:lnSpc>
                <a:spcPct val="90000"/>
              </a:lnSpc>
              <a:spcBef>
                <a:spcPts val="1000"/>
              </a:spcBef>
              <a:spcAft>
                <a:spcPts val="0"/>
              </a:spcAft>
              <a:buClr>
                <a:schemeClr val="dk1"/>
              </a:buClr>
              <a:buSzPts val="2800"/>
              <a:buFont typeface="Arial"/>
              <a:buNone/>
            </a:pPr>
            <a:r>
              <a:rPr b="0" i="0" lang="en-US" sz="2800" u="none">
                <a:solidFill>
                  <a:schemeClr val="dk1"/>
                </a:solidFill>
                <a:latin typeface="Calibri"/>
                <a:ea typeface="Calibri"/>
                <a:cs typeface="Calibri"/>
                <a:sym typeface="Calibri"/>
              </a:rPr>
              <a:t>1.05 Constrain, reject, and sanitize your input.</a:t>
            </a:r>
            <a:endParaRPr/>
          </a:p>
          <a:p>
            <a:pPr indent="-50800" lvl="0" marL="228600" marR="0" rtl="0" algn="l">
              <a:lnSpc>
                <a:spcPct val="90000"/>
              </a:lnSpc>
              <a:spcBef>
                <a:spcPts val="1000"/>
              </a:spcBef>
              <a:spcAft>
                <a:spcPts val="0"/>
              </a:spcAft>
              <a:buClr>
                <a:schemeClr val="dk1"/>
              </a:buClr>
              <a:buSzPts val="2800"/>
              <a:buFont typeface="Arial"/>
              <a:buNone/>
            </a:pPr>
            <a:r>
              <a:t/>
            </a:r>
            <a:endParaRPr b="0" i="0" sz="2800" u="none">
              <a:solidFill>
                <a:schemeClr val="dk1"/>
              </a:solidFill>
              <a:latin typeface="Calibri"/>
              <a:ea typeface="Calibri"/>
              <a:cs typeface="Calibri"/>
              <a:sym typeface="Calibri"/>
            </a:endParaRPr>
          </a:p>
        </p:txBody>
      </p:sp>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8"/>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libri"/>
              <a:buNone/>
            </a:pPr>
            <a:r>
              <a:rPr b="0" i="0" lang="en-US" sz="3600" u="none">
                <a:solidFill>
                  <a:schemeClr val="dk1"/>
                </a:solidFill>
                <a:latin typeface="Calibri"/>
                <a:ea typeface="Calibri"/>
                <a:cs typeface="Calibri"/>
                <a:sym typeface="Calibri"/>
              </a:rPr>
              <a:t>1. 1 Assume all inputs are malicious</a:t>
            </a:r>
            <a:endParaRPr/>
          </a:p>
        </p:txBody>
      </p:sp>
      <p:sp>
        <p:nvSpPr>
          <p:cNvPr id="126" name="Google Shape;126;p8"/>
          <p:cNvSpPr txBox="1"/>
          <p:nvPr>
            <p:ph idx="1" type="body"/>
          </p:nvPr>
        </p:nvSpPr>
        <p:spPr>
          <a:xfrm>
            <a:off x="838200" y="1546225"/>
            <a:ext cx="10515600" cy="4630737"/>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90000"/>
              </a:lnSpc>
              <a:spcBef>
                <a:spcPts val="0"/>
              </a:spcBef>
              <a:spcAft>
                <a:spcPts val="0"/>
              </a:spcAft>
              <a:buClr>
                <a:srgbClr val="FF0000"/>
              </a:buClr>
              <a:buSzPts val="3200"/>
              <a:buFont typeface="Arial"/>
              <a:buChar char="•"/>
            </a:pPr>
            <a:r>
              <a:rPr b="0" i="0" lang="en-US" sz="3200" u="none">
                <a:solidFill>
                  <a:srgbClr val="FF0000"/>
                </a:solidFill>
                <a:latin typeface="Calibri"/>
                <a:ea typeface="Calibri"/>
                <a:cs typeface="Calibri"/>
                <a:sym typeface="Calibri"/>
              </a:rPr>
              <a:t>Validate </a:t>
            </a:r>
            <a:r>
              <a:rPr b="0" i="0" lang="en-US" sz="3200" u="none">
                <a:solidFill>
                  <a:schemeClr val="dk1"/>
                </a:solidFill>
                <a:latin typeface="Calibri"/>
                <a:ea typeface="Calibri"/>
                <a:cs typeface="Calibri"/>
                <a:sym typeface="Calibri"/>
              </a:rPr>
              <a:t>all type of </a:t>
            </a:r>
            <a:r>
              <a:rPr b="0" i="0" lang="en-US" sz="3200" u="none">
                <a:solidFill>
                  <a:srgbClr val="FF0000"/>
                </a:solidFill>
                <a:latin typeface="Calibri"/>
                <a:ea typeface="Calibri"/>
                <a:cs typeface="Calibri"/>
                <a:sym typeface="Calibri"/>
              </a:rPr>
              <a:t>input </a:t>
            </a:r>
            <a:r>
              <a:rPr b="0" i="0" lang="en-US" sz="3200" u="none">
                <a:solidFill>
                  <a:schemeClr val="dk1"/>
                </a:solidFill>
                <a:latin typeface="Calibri"/>
                <a:ea typeface="Calibri"/>
                <a:cs typeface="Calibri"/>
                <a:sym typeface="Calibri"/>
              </a:rPr>
              <a:t>(i.e. it comes from a service, a file share, a user, or a database) if the </a:t>
            </a:r>
            <a:r>
              <a:rPr b="0" i="0" lang="en-US" sz="3200" u="none">
                <a:solidFill>
                  <a:srgbClr val="FF0000"/>
                </a:solidFill>
                <a:latin typeface="Calibri"/>
                <a:ea typeface="Calibri"/>
                <a:cs typeface="Calibri"/>
                <a:sym typeface="Calibri"/>
              </a:rPr>
              <a:t>source is outside </a:t>
            </a:r>
            <a:r>
              <a:rPr b="0" i="0" lang="en-US" sz="3200" u="none">
                <a:solidFill>
                  <a:schemeClr val="dk1"/>
                </a:solidFill>
                <a:latin typeface="Calibri"/>
                <a:ea typeface="Calibri"/>
                <a:cs typeface="Calibri"/>
                <a:sym typeface="Calibri"/>
              </a:rPr>
              <a:t>of the </a:t>
            </a:r>
            <a:r>
              <a:rPr b="0" i="0" lang="en-US" sz="3200" u="none">
                <a:solidFill>
                  <a:srgbClr val="FF0000"/>
                </a:solidFill>
                <a:latin typeface="Calibri"/>
                <a:ea typeface="Calibri"/>
                <a:cs typeface="Calibri"/>
                <a:sym typeface="Calibri"/>
              </a:rPr>
              <a:t>trusted boundary</a:t>
            </a:r>
            <a:r>
              <a:rPr b="0" i="0" lang="en-US" sz="3200" u="none">
                <a:solidFill>
                  <a:schemeClr val="dk1"/>
                </a:solidFill>
                <a:latin typeface="Calibri"/>
                <a:ea typeface="Calibri"/>
                <a:cs typeface="Calibri"/>
                <a:sym typeface="Calibri"/>
              </a:rPr>
              <a:t>;</a:t>
            </a:r>
            <a:endParaRPr/>
          </a:p>
          <a:p>
            <a:pPr indent="-228600" lvl="0" marL="228600" marR="0" rtl="0" algn="l">
              <a:lnSpc>
                <a:spcPct val="90000"/>
              </a:lnSpc>
              <a:spcBef>
                <a:spcPts val="1000"/>
              </a:spcBef>
              <a:spcAft>
                <a:spcPts val="0"/>
              </a:spcAft>
              <a:buClr>
                <a:schemeClr val="dk1"/>
              </a:buClr>
              <a:buSzPts val="3200"/>
              <a:buFont typeface="Arial"/>
              <a:buNone/>
            </a:pPr>
            <a:r>
              <a:rPr b="1" i="0" lang="en-US" sz="3200" u="sng">
                <a:solidFill>
                  <a:schemeClr val="dk1"/>
                </a:solidFill>
                <a:latin typeface="Calibri"/>
                <a:ea typeface="Calibri"/>
                <a:cs typeface="Calibri"/>
                <a:sym typeface="Calibri"/>
              </a:rPr>
              <a:t>For example </a:t>
            </a:r>
            <a:endParaRPr/>
          </a:p>
          <a:p>
            <a:pPr indent="-228600" lvl="0" marL="228600" marR="0" rtl="0" algn="l">
              <a:lnSpc>
                <a:spcPct val="90000"/>
              </a:lnSpc>
              <a:spcBef>
                <a:spcPts val="100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How do we know that malicious commands are not present if the application call an external Web service that returns strings? </a:t>
            </a:r>
            <a:endParaRPr/>
          </a:p>
          <a:p>
            <a:pPr indent="-228600" lvl="0" marL="228600" marR="0" rtl="0" algn="l">
              <a:lnSpc>
                <a:spcPct val="90000"/>
              </a:lnSpc>
              <a:spcBef>
                <a:spcPts val="1000"/>
              </a:spcBef>
              <a:spcAft>
                <a:spcPts val="0"/>
              </a:spcAft>
              <a:buClr>
                <a:schemeClr val="dk1"/>
              </a:buClr>
              <a:buSzPts val="3200"/>
              <a:buFont typeface="Arial"/>
              <a:buNone/>
            </a:pPr>
            <a:r>
              <a:rPr b="0" i="0" lang="en-US" sz="3200" u="none">
                <a:solidFill>
                  <a:schemeClr val="dk1"/>
                </a:solidFill>
                <a:latin typeface="Calibri"/>
                <a:ea typeface="Calibri"/>
                <a:cs typeface="Calibri"/>
                <a:sym typeface="Calibri"/>
              </a:rPr>
              <a:t>- When you read data, how do you know whether it is safe if several applications write to a shared database?</a:t>
            </a:r>
            <a:endParaRPr b="0" i="0" sz="3200" u="none">
              <a:solidFill>
                <a:schemeClr val="dk1"/>
              </a:solidFill>
              <a:latin typeface="Calibri"/>
              <a:ea typeface="Calibri"/>
              <a:cs typeface="Calibri"/>
              <a:sym typeface="Calibri"/>
            </a:endParaRPr>
          </a:p>
          <a:p>
            <a:pPr indent="-25400" lvl="0" marL="228600" marR="0" rtl="0" algn="l">
              <a:lnSpc>
                <a:spcPct val="90000"/>
              </a:lnSpc>
              <a:spcBef>
                <a:spcPts val="1000"/>
              </a:spcBef>
              <a:spcAft>
                <a:spcPts val="0"/>
              </a:spcAft>
              <a:buClr>
                <a:schemeClr val="dk1"/>
              </a:buClr>
              <a:buSzPts val="3200"/>
              <a:buFont typeface="Arial"/>
              <a:buNone/>
            </a:pPr>
            <a:r>
              <a:t/>
            </a:r>
            <a:endParaRPr b="0" i="0" sz="3200" u="none">
              <a:solidFill>
                <a:schemeClr val="dk1"/>
              </a:solidFill>
              <a:latin typeface="Calibri"/>
              <a:ea typeface="Calibri"/>
              <a:cs typeface="Calibri"/>
              <a:sym typeface="Calibri"/>
            </a:endParaRPr>
          </a:p>
        </p:txBody>
      </p:sp>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0" name="Shape 130"/>
        <p:cNvGrpSpPr/>
        <p:nvPr/>
      </p:nvGrpSpPr>
      <p:grpSpPr>
        <a:xfrm>
          <a:off x="0" y="0"/>
          <a:ext cx="0" cy="0"/>
          <a:chOff x="0" y="0"/>
          <a:chExt cx="0" cy="0"/>
        </a:xfrm>
      </p:grpSpPr>
      <p:sp>
        <p:nvSpPr>
          <p:cNvPr id="131" name="Google Shape;131;p12"/>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4000"/>
              <a:buFont typeface="Calibri"/>
              <a:buNone/>
            </a:pPr>
            <a:r>
              <a:rPr b="0" i="0" lang="en-US" sz="4000" u="none">
                <a:solidFill>
                  <a:schemeClr val="dk1"/>
                </a:solidFill>
                <a:latin typeface="Calibri"/>
                <a:ea typeface="Calibri"/>
                <a:cs typeface="Calibri"/>
                <a:sym typeface="Calibri"/>
              </a:rPr>
              <a:t>1.</a:t>
            </a:r>
            <a:r>
              <a:rPr lang="en-US" sz="4000"/>
              <a:t>2</a:t>
            </a:r>
            <a:r>
              <a:rPr b="0" i="0" lang="en-US" sz="4000" u="none">
                <a:solidFill>
                  <a:schemeClr val="dk1"/>
                </a:solidFill>
                <a:latin typeface="Calibri"/>
                <a:ea typeface="Calibri"/>
                <a:cs typeface="Calibri"/>
                <a:sym typeface="Calibri"/>
              </a:rPr>
              <a:t> Constrain, reject, and sanitize your input</a:t>
            </a:r>
            <a:endParaRPr/>
          </a:p>
        </p:txBody>
      </p:sp>
      <p:sp>
        <p:nvSpPr>
          <p:cNvPr id="132" name="Google Shape;132;p12"/>
          <p:cNvSpPr txBox="1"/>
          <p:nvPr>
            <p:ph idx="1" type="body"/>
          </p:nvPr>
        </p:nvSpPr>
        <p:spPr>
          <a:xfrm>
            <a:off x="838200" y="1825625"/>
            <a:ext cx="6000750" cy="4351337"/>
          </a:xfrm>
          <a:prstGeom prst="rect">
            <a:avLst/>
          </a:prstGeom>
          <a:noFill/>
          <a:ln>
            <a:noFill/>
          </a:ln>
        </p:spPr>
        <p:txBody>
          <a:bodyPr anchorCtr="0" anchor="t" bIns="45700" lIns="91425" spcFirstLastPara="1" rIns="91425" wrap="square" tIns="45700">
            <a:normAutofit/>
          </a:bodyPr>
          <a:lstStyle/>
          <a:p>
            <a:pPr indent="-228600" lvl="0" marL="228600" marR="0" rtl="0" algn="l">
              <a:lnSpc>
                <a:spcPct val="70000"/>
              </a:lnSpc>
              <a:spcBef>
                <a:spcPts val="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The preferred approach to </a:t>
            </a:r>
            <a:r>
              <a:rPr b="0" i="0" lang="en-US" sz="2600" u="none">
                <a:solidFill>
                  <a:srgbClr val="FF0000"/>
                </a:solidFill>
                <a:latin typeface="Calibri"/>
                <a:ea typeface="Calibri"/>
                <a:cs typeface="Calibri"/>
                <a:sym typeface="Calibri"/>
              </a:rPr>
              <a:t>validating input</a:t>
            </a:r>
            <a:r>
              <a:rPr b="0" i="0" lang="en-US" sz="2600" u="none">
                <a:solidFill>
                  <a:schemeClr val="dk1"/>
                </a:solidFill>
                <a:latin typeface="Calibri"/>
                <a:ea typeface="Calibri"/>
                <a:cs typeface="Calibri"/>
                <a:sym typeface="Calibri"/>
              </a:rPr>
              <a:t> is to </a:t>
            </a:r>
            <a:r>
              <a:rPr b="1" i="0" lang="en-US" sz="2600" u="none">
                <a:solidFill>
                  <a:schemeClr val="dk1"/>
                </a:solidFill>
                <a:latin typeface="Calibri"/>
                <a:ea typeface="Calibri"/>
                <a:cs typeface="Calibri"/>
                <a:sym typeface="Calibri"/>
              </a:rPr>
              <a:t>constrain</a:t>
            </a:r>
            <a:r>
              <a:rPr b="0" i="0" lang="en-US" sz="2600" u="none">
                <a:solidFill>
                  <a:schemeClr val="dk1"/>
                </a:solidFill>
                <a:latin typeface="Calibri"/>
                <a:ea typeface="Calibri"/>
                <a:cs typeface="Calibri"/>
                <a:sym typeface="Calibri"/>
              </a:rPr>
              <a:t> </a:t>
            </a:r>
            <a:r>
              <a:rPr b="0" i="0" lang="en-US" sz="2600" u="none">
                <a:solidFill>
                  <a:srgbClr val="FF0000"/>
                </a:solidFill>
                <a:latin typeface="Calibri"/>
                <a:ea typeface="Calibri"/>
                <a:cs typeface="Calibri"/>
                <a:sym typeface="Calibri"/>
              </a:rPr>
              <a:t>what we allow from the beginning</a:t>
            </a:r>
            <a:r>
              <a:rPr b="0" i="0" lang="en-US" sz="2600" u="none">
                <a:solidFill>
                  <a:schemeClr val="dk1"/>
                </a:solidFill>
                <a:latin typeface="Calibri"/>
                <a:ea typeface="Calibri"/>
                <a:cs typeface="Calibri"/>
                <a:sym typeface="Calibri"/>
              </a:rPr>
              <a:t>. </a:t>
            </a:r>
            <a:endParaRPr/>
          </a:p>
          <a:p>
            <a:pPr indent="-228600" lvl="0" marL="228600" marR="0" rtl="0" algn="l">
              <a:lnSpc>
                <a:spcPct val="70000"/>
              </a:lnSpc>
              <a:spcBef>
                <a:spcPts val="10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It is much easier to validate data for known valid types, patterns, and ranges than it is to </a:t>
            </a:r>
            <a:r>
              <a:rPr b="0" i="0" lang="en-US" sz="2600" u="none">
                <a:solidFill>
                  <a:srgbClr val="FF0000"/>
                </a:solidFill>
                <a:latin typeface="Calibri"/>
                <a:ea typeface="Calibri"/>
                <a:cs typeface="Calibri"/>
                <a:sym typeface="Calibri"/>
              </a:rPr>
              <a:t>validate data by looking for known bad characters</a:t>
            </a:r>
            <a:r>
              <a:rPr b="0" i="0" lang="en-US" sz="2600" u="none">
                <a:solidFill>
                  <a:schemeClr val="dk1"/>
                </a:solidFill>
                <a:latin typeface="Calibri"/>
                <a:ea typeface="Calibri"/>
                <a:cs typeface="Calibri"/>
                <a:sym typeface="Calibri"/>
              </a:rPr>
              <a:t>. </a:t>
            </a:r>
            <a:endParaRPr/>
          </a:p>
          <a:p>
            <a:pPr indent="-228600" lvl="0" marL="228600" marR="0" rtl="0" algn="l">
              <a:lnSpc>
                <a:spcPct val="70000"/>
              </a:lnSpc>
              <a:spcBef>
                <a:spcPts val="1000"/>
              </a:spcBef>
              <a:spcAft>
                <a:spcPts val="0"/>
              </a:spcAft>
              <a:buClr>
                <a:schemeClr val="dk1"/>
              </a:buClr>
              <a:buSzPts val="2600"/>
              <a:buFont typeface="Arial"/>
              <a:buChar char="•"/>
            </a:pPr>
            <a:r>
              <a:rPr b="0" i="0" lang="en-US" sz="2600" u="none">
                <a:solidFill>
                  <a:schemeClr val="dk1"/>
                </a:solidFill>
                <a:latin typeface="Calibri"/>
                <a:ea typeface="Calibri"/>
                <a:cs typeface="Calibri"/>
                <a:sym typeface="Calibri"/>
              </a:rPr>
              <a:t>When we design the web application, we know what our application expects. The range of valid data is generally a more finite set than potentially malicious input. However, for defense in depth we may also want to reject known bad input and then sanitize the input. </a:t>
            </a:r>
            <a:endParaRPr/>
          </a:p>
          <a:p>
            <a:pPr indent="-63500" lvl="0" marL="228600" marR="0" rtl="0" algn="l">
              <a:lnSpc>
                <a:spcPct val="90000"/>
              </a:lnSpc>
              <a:spcBef>
                <a:spcPts val="1000"/>
              </a:spcBef>
              <a:spcAft>
                <a:spcPts val="0"/>
              </a:spcAft>
              <a:buClr>
                <a:schemeClr val="dk1"/>
              </a:buClr>
              <a:buSzPts val="2600"/>
              <a:buFont typeface="Arial"/>
              <a:buNone/>
            </a:pPr>
            <a:r>
              <a:t/>
            </a:r>
            <a:endParaRPr b="0" i="0" sz="2600" u="none">
              <a:solidFill>
                <a:schemeClr val="dk1"/>
              </a:solidFill>
              <a:latin typeface="Calibri"/>
              <a:ea typeface="Calibri"/>
              <a:cs typeface="Calibri"/>
              <a:sym typeface="Calibri"/>
            </a:endParaRPr>
          </a:p>
        </p:txBody>
      </p:sp>
      <p:pic>
        <p:nvPicPr>
          <p:cNvPr id="133" name="Google Shape;133;p12"/>
          <p:cNvPicPr preferRelativeResize="0"/>
          <p:nvPr/>
        </p:nvPicPr>
        <p:blipFill rotWithShape="1">
          <a:blip r:embed="rId3">
            <a:alphaModFix/>
          </a:blip>
          <a:srcRect b="0" l="0" r="0" t="0"/>
          <a:stretch/>
        </p:blipFill>
        <p:spPr>
          <a:xfrm>
            <a:off x="6938962" y="2314575"/>
            <a:ext cx="4981575" cy="2811462"/>
          </a:xfrm>
          <a:prstGeom prst="rect">
            <a:avLst/>
          </a:prstGeom>
          <a:noFill/>
          <a:ln>
            <a:noFill/>
          </a:ln>
        </p:spPr>
      </p:pic>
      <p:sp>
        <p:nvSpPr>
          <p:cNvPr id="134" name="Google Shape;134;p12"/>
          <p:cNvSpPr txBox="1"/>
          <p:nvPr/>
        </p:nvSpPr>
        <p:spPr>
          <a:xfrm>
            <a:off x="8353425" y="5126037"/>
            <a:ext cx="2790825" cy="3683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chemeClr val="dk1"/>
              </a:buClr>
              <a:buSzPts val="1800"/>
              <a:buFont typeface="Calibri"/>
              <a:buNone/>
            </a:pPr>
            <a:r>
              <a:rPr b="0" i="0" lang="en-US" sz="1800" u="none">
                <a:solidFill>
                  <a:schemeClr val="dk1"/>
                </a:solidFill>
                <a:latin typeface="Calibri"/>
                <a:ea typeface="Calibri"/>
                <a:cs typeface="Calibri"/>
                <a:sym typeface="Calibri"/>
              </a:rPr>
              <a:t>Fig: Recommended strategy</a:t>
            </a:r>
            <a:endParaRPr/>
          </a:p>
        </p:txBody>
      </p:sp>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8" name="Shape 138"/>
        <p:cNvGrpSpPr/>
        <p:nvPr/>
      </p:nvGrpSpPr>
      <p:grpSpPr>
        <a:xfrm>
          <a:off x="0" y="0"/>
          <a:ext cx="0" cy="0"/>
          <a:chOff x="0" y="0"/>
          <a:chExt cx="0" cy="0"/>
        </a:xfrm>
      </p:grpSpPr>
      <p:sp>
        <p:nvSpPr>
          <p:cNvPr id="139" name="Google Shape;139;g36afb532def_0_0"/>
          <p:cNvSpPr txBox="1"/>
          <p:nvPr/>
        </p:nvSpPr>
        <p:spPr>
          <a:xfrm>
            <a:off x="838200" y="133350"/>
            <a:ext cx="10515600" cy="600000"/>
          </a:xfrm>
          <a:prstGeom prst="rect">
            <a:avLst/>
          </a:prstGeom>
          <a:noFill/>
          <a:ln>
            <a:noFill/>
          </a:ln>
        </p:spPr>
        <p:txBody>
          <a:bodyPr anchorCtr="0" anchor="ctr" bIns="45700" lIns="91425" spcFirstLastPara="1" rIns="91425" wrap="square" tIns="45700">
            <a:normAutofit lnSpcReduction="10000"/>
          </a:bodyPr>
          <a:lstStyle/>
          <a:p>
            <a:pPr indent="0" lvl="0" marL="0" rtl="0" algn="l">
              <a:lnSpc>
                <a:spcPct val="90000"/>
              </a:lnSpc>
              <a:spcBef>
                <a:spcPts val="0"/>
              </a:spcBef>
              <a:spcAft>
                <a:spcPts val="0"/>
              </a:spcAft>
              <a:buNone/>
            </a:pPr>
            <a:r>
              <a:rPr lang="en-US" sz="4000">
                <a:solidFill>
                  <a:srgbClr val="0070C0"/>
                </a:solidFill>
                <a:latin typeface="Calibri"/>
                <a:ea typeface="Calibri"/>
                <a:cs typeface="Calibri"/>
                <a:sym typeface="Calibri"/>
              </a:rPr>
              <a:t>2.0 Authentication</a:t>
            </a:r>
            <a:endParaRPr sz="4400">
              <a:solidFill>
                <a:srgbClr val="000000"/>
              </a:solidFill>
              <a:latin typeface="Calibri"/>
              <a:ea typeface="Calibri"/>
              <a:cs typeface="Calibri"/>
              <a:sym typeface="Calibri"/>
            </a:endParaRPr>
          </a:p>
        </p:txBody>
      </p:sp>
      <p:sp>
        <p:nvSpPr>
          <p:cNvPr id="140" name="Google Shape;140;g36afb532def_0_0"/>
          <p:cNvSpPr txBox="1"/>
          <p:nvPr/>
        </p:nvSpPr>
        <p:spPr>
          <a:xfrm>
            <a:off x="838200" y="733425"/>
            <a:ext cx="10515600" cy="5964300"/>
          </a:xfrm>
          <a:prstGeom prst="rect">
            <a:avLst/>
          </a:prstGeom>
          <a:noFill/>
          <a:ln>
            <a:noFill/>
          </a:ln>
        </p:spPr>
        <p:txBody>
          <a:bodyPr anchorCtr="0" anchor="t" bIns="45700" lIns="91425" spcFirstLastPara="1" rIns="91425" wrap="square" tIns="45700">
            <a:noAutofit/>
          </a:bodyPr>
          <a:lstStyle/>
          <a:p>
            <a:pPr indent="0" lvl="0" marL="0" rtl="0" algn="l">
              <a:lnSpc>
                <a:spcPct val="90000"/>
              </a:lnSpc>
              <a:spcBef>
                <a:spcPts val="0"/>
              </a:spcBef>
              <a:spcAft>
                <a:spcPts val="0"/>
              </a:spcAft>
              <a:buNone/>
            </a:pPr>
            <a:r>
              <a:t/>
            </a:r>
            <a:endParaRPr b="1" sz="1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b="1" lang="en-US" sz="2000">
                <a:solidFill>
                  <a:srgbClr val="000000"/>
                </a:solidFill>
                <a:latin typeface="Calibri"/>
                <a:ea typeface="Calibri"/>
                <a:cs typeface="Calibri"/>
                <a:sym typeface="Calibri"/>
              </a:rPr>
              <a:t>A</a:t>
            </a:r>
            <a:r>
              <a:rPr b="1" lang="en-US" sz="2400">
                <a:solidFill>
                  <a:srgbClr val="000000"/>
                </a:solidFill>
                <a:latin typeface="Calibri"/>
                <a:ea typeface="Calibri"/>
                <a:cs typeface="Calibri"/>
                <a:sym typeface="Calibri"/>
              </a:rPr>
              <a:t>uthentication is the process of determining caller identity. There are three aspects to consider:</a:t>
            </a:r>
            <a:endParaRPr sz="2800">
              <a:solidFill>
                <a:srgbClr val="000000"/>
              </a:solidFill>
              <a:latin typeface="Calibri"/>
              <a:ea typeface="Calibri"/>
              <a:cs typeface="Calibri"/>
              <a:sym typeface="Calibri"/>
            </a:endParaRPr>
          </a:p>
          <a:p>
            <a:pPr indent="-457200" lvl="1" marL="914400" rtl="0" algn="l">
              <a:lnSpc>
                <a:spcPct val="90000"/>
              </a:lnSpc>
              <a:spcBef>
                <a:spcPts val="500"/>
              </a:spcBef>
              <a:spcAft>
                <a:spcPts val="0"/>
              </a:spcAft>
              <a:buClr>
                <a:srgbClr val="FF0000"/>
              </a:buClr>
              <a:buSzPts val="1800"/>
              <a:buFont typeface="Calibri"/>
              <a:buAutoNum type="arabicPeriod"/>
            </a:pPr>
            <a:r>
              <a:rPr lang="en-US" sz="1800">
                <a:solidFill>
                  <a:srgbClr val="FF0000"/>
                </a:solidFill>
                <a:latin typeface="Calibri"/>
                <a:ea typeface="Calibri"/>
                <a:cs typeface="Calibri"/>
                <a:sym typeface="Calibri"/>
              </a:rPr>
              <a:t>Identify</a:t>
            </a:r>
            <a:r>
              <a:rPr lang="en-US" sz="1800">
                <a:solidFill>
                  <a:srgbClr val="000000"/>
                </a:solidFill>
                <a:latin typeface="Calibri"/>
                <a:ea typeface="Calibri"/>
                <a:cs typeface="Calibri"/>
                <a:sym typeface="Calibri"/>
              </a:rPr>
              <a:t> where </a:t>
            </a:r>
            <a:r>
              <a:rPr lang="en-US" sz="1800">
                <a:solidFill>
                  <a:srgbClr val="FF0000"/>
                </a:solidFill>
                <a:latin typeface="Calibri"/>
                <a:ea typeface="Calibri"/>
                <a:cs typeface="Calibri"/>
                <a:sym typeface="Calibri"/>
              </a:rPr>
              <a:t>authentication is required </a:t>
            </a:r>
            <a:r>
              <a:rPr lang="en-US" sz="1800">
                <a:solidFill>
                  <a:srgbClr val="000000"/>
                </a:solidFill>
                <a:latin typeface="Calibri"/>
                <a:ea typeface="Calibri"/>
                <a:cs typeface="Calibri"/>
                <a:sym typeface="Calibri"/>
              </a:rPr>
              <a:t>in the application. It is generally required whenever a trust boundary (includes assemblies, processes, and hosts) is crossed. </a:t>
            </a:r>
            <a:endParaRPr sz="2400">
              <a:solidFill>
                <a:srgbClr val="000000"/>
              </a:solidFill>
              <a:latin typeface="Calibri"/>
              <a:ea typeface="Calibri"/>
              <a:cs typeface="Calibri"/>
              <a:sym typeface="Calibri"/>
            </a:endParaRPr>
          </a:p>
          <a:p>
            <a:pPr indent="-457200" lvl="1" marL="914400" rtl="0" algn="l">
              <a:lnSpc>
                <a:spcPct val="90000"/>
              </a:lnSpc>
              <a:spcBef>
                <a:spcPts val="500"/>
              </a:spcBef>
              <a:spcAft>
                <a:spcPts val="0"/>
              </a:spcAft>
              <a:buClr>
                <a:srgbClr val="FF0000"/>
              </a:buClr>
              <a:buSzPts val="1800"/>
              <a:buFont typeface="Calibri"/>
              <a:buAutoNum type="arabicPeriod"/>
            </a:pPr>
            <a:r>
              <a:rPr lang="en-US" sz="1800">
                <a:solidFill>
                  <a:srgbClr val="FF0000"/>
                </a:solidFill>
                <a:latin typeface="Calibri"/>
                <a:ea typeface="Calibri"/>
                <a:cs typeface="Calibri"/>
                <a:sym typeface="Calibri"/>
              </a:rPr>
              <a:t>Validate the caller </a:t>
            </a:r>
            <a:r>
              <a:rPr lang="en-US" sz="1800">
                <a:solidFill>
                  <a:srgbClr val="000000"/>
                </a:solidFill>
                <a:latin typeface="Calibri"/>
                <a:ea typeface="Calibri"/>
                <a:cs typeface="Calibri"/>
                <a:sym typeface="Calibri"/>
              </a:rPr>
              <a:t>(Users typically authenticate themselves with user names and passwords).</a:t>
            </a:r>
            <a:endParaRPr sz="1800">
              <a:solidFill>
                <a:srgbClr val="000000"/>
              </a:solidFill>
              <a:latin typeface="Calibri"/>
              <a:ea typeface="Calibri"/>
              <a:cs typeface="Calibri"/>
              <a:sym typeface="Calibri"/>
            </a:endParaRPr>
          </a:p>
          <a:p>
            <a:pPr indent="-457200" lvl="1" marL="914400" rtl="0" algn="l">
              <a:lnSpc>
                <a:spcPct val="90000"/>
              </a:lnSpc>
              <a:spcBef>
                <a:spcPts val="500"/>
              </a:spcBef>
              <a:spcAft>
                <a:spcPts val="0"/>
              </a:spcAft>
              <a:buClr>
                <a:srgbClr val="FF0000"/>
              </a:buClr>
              <a:buSzPts val="1800"/>
              <a:buFont typeface="Calibri"/>
              <a:buAutoNum type="arabicPeriod"/>
            </a:pPr>
            <a:r>
              <a:rPr lang="en-US" sz="1800">
                <a:solidFill>
                  <a:srgbClr val="FF0000"/>
                </a:solidFill>
                <a:latin typeface="Calibri"/>
                <a:ea typeface="Calibri"/>
                <a:cs typeface="Calibri"/>
                <a:sym typeface="Calibri"/>
              </a:rPr>
              <a:t>Identify the user </a:t>
            </a:r>
            <a:r>
              <a:rPr lang="en-US" sz="1800">
                <a:solidFill>
                  <a:srgbClr val="000000"/>
                </a:solidFill>
                <a:latin typeface="Calibri"/>
                <a:ea typeface="Calibri"/>
                <a:cs typeface="Calibri"/>
                <a:sym typeface="Calibri"/>
              </a:rPr>
              <a:t>on subsequent requests. This requires some form of </a:t>
            </a:r>
            <a:r>
              <a:rPr lang="en-US" sz="1800">
                <a:solidFill>
                  <a:srgbClr val="FF0000"/>
                </a:solidFill>
                <a:latin typeface="Calibri"/>
                <a:ea typeface="Calibri"/>
                <a:cs typeface="Calibri"/>
                <a:sym typeface="Calibri"/>
              </a:rPr>
              <a:t>authentication token</a:t>
            </a:r>
            <a:r>
              <a:rPr lang="en-US" sz="1800">
                <a:solidFill>
                  <a:srgbClr val="000000"/>
                </a:solidFill>
                <a:latin typeface="Calibri"/>
                <a:ea typeface="Calibri"/>
                <a:cs typeface="Calibri"/>
                <a:sym typeface="Calibri"/>
              </a:rPr>
              <a:t>.</a:t>
            </a:r>
            <a:endParaRPr sz="24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t/>
            </a:r>
            <a:endParaRPr b="1" sz="16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b="1" lang="en-US" sz="2400">
                <a:solidFill>
                  <a:srgbClr val="000000"/>
                </a:solidFill>
                <a:latin typeface="Calibri"/>
                <a:ea typeface="Calibri"/>
                <a:cs typeface="Calibri"/>
                <a:sym typeface="Calibri"/>
              </a:rPr>
              <a:t>Practices improve the Web application's authentication:</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1800">
                <a:solidFill>
                  <a:srgbClr val="000000"/>
                </a:solidFill>
                <a:latin typeface="Calibri"/>
                <a:ea typeface="Calibri"/>
                <a:cs typeface="Calibri"/>
                <a:sym typeface="Calibri"/>
              </a:rPr>
              <a:t>2.01 Separate public and restricted areas.</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1800">
                <a:solidFill>
                  <a:srgbClr val="000000"/>
                </a:solidFill>
                <a:latin typeface="Calibri"/>
                <a:ea typeface="Calibri"/>
                <a:cs typeface="Calibri"/>
                <a:sym typeface="Calibri"/>
              </a:rPr>
              <a:t>2.02 Use account lockout policies for end-user accounts.</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1800">
                <a:solidFill>
                  <a:srgbClr val="000000"/>
                </a:solidFill>
                <a:latin typeface="Calibri"/>
                <a:ea typeface="Calibri"/>
                <a:cs typeface="Calibri"/>
                <a:sym typeface="Calibri"/>
              </a:rPr>
              <a:t>2.03 Support password expiration periods.</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1800">
                <a:solidFill>
                  <a:srgbClr val="000000"/>
                </a:solidFill>
                <a:latin typeface="Calibri"/>
                <a:ea typeface="Calibri"/>
                <a:cs typeface="Calibri"/>
                <a:sym typeface="Calibri"/>
              </a:rPr>
              <a:t>2.04 Be able to disable accounts.</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1800">
                <a:solidFill>
                  <a:srgbClr val="000000"/>
                </a:solidFill>
                <a:latin typeface="Calibri"/>
                <a:ea typeface="Calibri"/>
                <a:cs typeface="Calibri"/>
                <a:sym typeface="Calibri"/>
              </a:rPr>
              <a:t>2.05 Do not store passwords in user stores.</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1800">
                <a:solidFill>
                  <a:srgbClr val="000000"/>
                </a:solidFill>
                <a:latin typeface="Calibri"/>
                <a:ea typeface="Calibri"/>
                <a:cs typeface="Calibri"/>
                <a:sym typeface="Calibri"/>
              </a:rPr>
              <a:t>2.06 Require strong passwords.</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1800">
                <a:solidFill>
                  <a:srgbClr val="000000"/>
                </a:solidFill>
                <a:latin typeface="Calibri"/>
                <a:ea typeface="Calibri"/>
                <a:cs typeface="Calibri"/>
                <a:sym typeface="Calibri"/>
              </a:rPr>
              <a:t>2.07 Do not send passwords over the wire in plaintext.</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1800">
                <a:solidFill>
                  <a:srgbClr val="000000"/>
                </a:solidFill>
                <a:latin typeface="Calibri"/>
                <a:ea typeface="Calibri"/>
                <a:cs typeface="Calibri"/>
                <a:sym typeface="Calibri"/>
              </a:rPr>
              <a:t>2.08 Protect authentication cookies.</a:t>
            </a:r>
            <a:endParaRPr sz="2800">
              <a:solidFill>
                <a:srgbClr val="000000"/>
              </a:solidFill>
              <a:latin typeface="Calibri"/>
              <a:ea typeface="Calibri"/>
              <a:cs typeface="Calibri"/>
              <a:sym typeface="Calibri"/>
            </a:endParaRPr>
          </a:p>
          <a:p>
            <a:pPr indent="-114300" lvl="0" marL="228600" rtl="0" algn="l">
              <a:lnSpc>
                <a:spcPct val="90000"/>
              </a:lnSpc>
              <a:spcBef>
                <a:spcPts val="1000"/>
              </a:spcBef>
              <a:spcAft>
                <a:spcPts val="0"/>
              </a:spcAft>
              <a:buNone/>
            </a:pPr>
            <a:r>
              <a:t/>
            </a:r>
            <a:endParaRPr sz="1800">
              <a:solidFill>
                <a:srgbClr val="000000"/>
              </a:solidFill>
              <a:latin typeface="Calibri"/>
              <a:ea typeface="Calibri"/>
              <a:cs typeface="Calibri"/>
              <a:sym typeface="Calibri"/>
            </a:endParaRPr>
          </a:p>
        </p:txBody>
      </p:sp>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4" name="Shape 144"/>
        <p:cNvGrpSpPr/>
        <p:nvPr/>
      </p:nvGrpSpPr>
      <p:grpSpPr>
        <a:xfrm>
          <a:off x="0" y="0"/>
          <a:ext cx="0" cy="0"/>
          <a:chOff x="0" y="0"/>
          <a:chExt cx="0" cy="0"/>
        </a:xfrm>
      </p:grpSpPr>
      <p:sp>
        <p:nvSpPr>
          <p:cNvPr id="145" name="Google Shape;145;g36afb532def_0_7"/>
          <p:cNvSpPr txBox="1"/>
          <p:nvPr/>
        </p:nvSpPr>
        <p:spPr>
          <a:xfrm>
            <a:off x="838200" y="365125"/>
            <a:ext cx="10515600" cy="7431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None/>
            </a:pPr>
            <a:r>
              <a:rPr lang="en-US" sz="4400">
                <a:solidFill>
                  <a:srgbClr val="5B9BD5"/>
                </a:solidFill>
                <a:latin typeface="Calibri"/>
                <a:ea typeface="Calibri"/>
                <a:cs typeface="Calibri"/>
                <a:sym typeface="Calibri"/>
              </a:rPr>
              <a:t>3.0 Authorization</a:t>
            </a:r>
            <a:endParaRPr sz="4400">
              <a:solidFill>
                <a:srgbClr val="000000"/>
              </a:solidFill>
              <a:latin typeface="Calibri"/>
              <a:ea typeface="Calibri"/>
              <a:cs typeface="Calibri"/>
              <a:sym typeface="Calibri"/>
            </a:endParaRPr>
          </a:p>
        </p:txBody>
      </p:sp>
      <p:sp>
        <p:nvSpPr>
          <p:cNvPr id="146" name="Google Shape;146;g36afb532def_0_7"/>
          <p:cNvSpPr txBox="1"/>
          <p:nvPr/>
        </p:nvSpPr>
        <p:spPr>
          <a:xfrm>
            <a:off x="838200" y="1403350"/>
            <a:ext cx="10515600" cy="4773600"/>
          </a:xfrm>
          <a:prstGeom prst="rect">
            <a:avLst/>
          </a:prstGeom>
          <a:noFill/>
          <a:ln>
            <a:noFill/>
          </a:ln>
        </p:spPr>
        <p:txBody>
          <a:bodyPr anchorCtr="0" anchor="t" bIns="45700" lIns="91425" spcFirstLastPara="1" rIns="91425" wrap="square" tIns="45700">
            <a:normAutofit/>
          </a:bodyPr>
          <a:lstStyle/>
          <a:p>
            <a:pPr indent="0" lvl="0" marL="0" rtl="0" algn="l">
              <a:lnSpc>
                <a:spcPct val="90000"/>
              </a:lnSpc>
              <a:spcBef>
                <a:spcPts val="0"/>
              </a:spcBef>
              <a:spcAft>
                <a:spcPts val="0"/>
              </a:spcAft>
              <a:buNone/>
            </a:pPr>
            <a:r>
              <a:rPr b="1" lang="en-US" sz="2800">
                <a:solidFill>
                  <a:srgbClr val="000000"/>
                </a:solidFill>
                <a:latin typeface="Calibri"/>
                <a:ea typeface="Calibri"/>
                <a:cs typeface="Calibri"/>
                <a:sym typeface="Calibri"/>
              </a:rPr>
              <a:t>Authorization determines </a:t>
            </a:r>
            <a:endParaRPr sz="2800">
              <a:solidFill>
                <a:srgbClr val="000000"/>
              </a:solidFill>
              <a:latin typeface="Calibri"/>
              <a:ea typeface="Calibri"/>
              <a:cs typeface="Calibri"/>
              <a:sym typeface="Calibri"/>
            </a:endParaRPr>
          </a:p>
          <a:p>
            <a:pPr indent="-177800" lvl="0" marL="0" rtl="0" algn="l">
              <a:lnSpc>
                <a:spcPct val="90000"/>
              </a:lnSpc>
              <a:spcBef>
                <a:spcPts val="1000"/>
              </a:spcBef>
              <a:spcAft>
                <a:spcPts val="0"/>
              </a:spcAft>
              <a:buClr>
                <a:srgbClr val="000000"/>
              </a:buClr>
              <a:buSzPts val="2800"/>
              <a:buChar char="•"/>
            </a:pPr>
            <a:r>
              <a:rPr lang="en-US" sz="2800">
                <a:solidFill>
                  <a:srgbClr val="000000"/>
                </a:solidFill>
                <a:latin typeface="Calibri"/>
                <a:ea typeface="Calibri"/>
                <a:cs typeface="Calibri"/>
                <a:sym typeface="Calibri"/>
              </a:rPr>
              <a:t>What the authenticated identity can do and the resources that can be accessed. </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b="1" lang="en-US" sz="2800">
                <a:solidFill>
                  <a:srgbClr val="000000"/>
                </a:solidFill>
                <a:latin typeface="Calibri"/>
                <a:ea typeface="Calibri"/>
                <a:cs typeface="Calibri"/>
                <a:sym typeface="Calibri"/>
              </a:rPr>
              <a:t>The following practices improve the Web application's authorization:</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2800">
                <a:solidFill>
                  <a:srgbClr val="000000"/>
                </a:solidFill>
                <a:latin typeface="Calibri"/>
                <a:ea typeface="Calibri"/>
                <a:cs typeface="Calibri"/>
                <a:sym typeface="Calibri"/>
              </a:rPr>
              <a:t>3.01 Use multiple gatekeepers.</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2800">
                <a:solidFill>
                  <a:srgbClr val="000000"/>
                </a:solidFill>
                <a:latin typeface="Calibri"/>
                <a:ea typeface="Calibri"/>
                <a:cs typeface="Calibri"/>
                <a:sym typeface="Calibri"/>
              </a:rPr>
              <a:t>3.02 Restrict user access to system-level resources.</a:t>
            </a:r>
            <a:endParaRPr sz="2800">
              <a:solidFill>
                <a:srgbClr val="000000"/>
              </a:solidFill>
              <a:latin typeface="Calibri"/>
              <a:ea typeface="Calibri"/>
              <a:cs typeface="Calibri"/>
              <a:sym typeface="Calibri"/>
            </a:endParaRPr>
          </a:p>
          <a:p>
            <a:pPr indent="0" lvl="0" marL="0" rtl="0" algn="l">
              <a:lnSpc>
                <a:spcPct val="90000"/>
              </a:lnSpc>
              <a:spcBef>
                <a:spcPts val="1000"/>
              </a:spcBef>
              <a:spcAft>
                <a:spcPts val="0"/>
              </a:spcAft>
              <a:buNone/>
            </a:pPr>
            <a:r>
              <a:rPr lang="en-US" sz="2800">
                <a:solidFill>
                  <a:srgbClr val="000000"/>
                </a:solidFill>
                <a:latin typeface="Calibri"/>
                <a:ea typeface="Calibri"/>
                <a:cs typeface="Calibri"/>
                <a:sym typeface="Calibri"/>
              </a:rPr>
              <a:t>3.03 Consider authorization granularity.</a:t>
            </a:r>
            <a:endParaRPr sz="2800">
              <a:solidFill>
                <a:srgbClr val="000000"/>
              </a:solidFill>
              <a:latin typeface="Calibri"/>
              <a:ea typeface="Calibri"/>
              <a:cs typeface="Calibri"/>
              <a:sym typeface="Calibri"/>
            </a:endParaRPr>
          </a:p>
          <a:p>
            <a:pPr indent="-50800" lvl="0" marL="228600" rtl="0" algn="l">
              <a:lnSpc>
                <a:spcPct val="90000"/>
              </a:lnSpc>
              <a:spcBef>
                <a:spcPts val="1000"/>
              </a:spcBef>
              <a:spcAft>
                <a:spcPts val="0"/>
              </a:spcAft>
              <a:buNone/>
            </a:pPr>
            <a:r>
              <a:t/>
            </a:r>
            <a:endParaRPr sz="2800">
              <a:solidFill>
                <a:srgbClr val="000000"/>
              </a:solidFill>
              <a:latin typeface="Calibri"/>
              <a:ea typeface="Calibri"/>
              <a:cs typeface="Calibri"/>
              <a:sym typeface="Calibri"/>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0" name="Shape 150"/>
        <p:cNvGrpSpPr/>
        <p:nvPr/>
      </p:nvGrpSpPr>
      <p:grpSpPr>
        <a:xfrm>
          <a:off x="0" y="0"/>
          <a:ext cx="0" cy="0"/>
          <a:chOff x="0" y="0"/>
          <a:chExt cx="0" cy="0"/>
        </a:xfrm>
      </p:grpSpPr>
      <p:sp>
        <p:nvSpPr>
          <p:cNvPr id="151" name="Google Shape;151;g36afb532def_0_14"/>
          <p:cNvSpPr txBox="1"/>
          <p:nvPr/>
        </p:nvSpPr>
        <p:spPr>
          <a:xfrm>
            <a:off x="838200" y="120650"/>
            <a:ext cx="10515600" cy="523800"/>
          </a:xfrm>
          <a:prstGeom prst="rect">
            <a:avLst/>
          </a:prstGeom>
          <a:noFill/>
          <a:ln>
            <a:noFill/>
          </a:ln>
        </p:spPr>
        <p:txBody>
          <a:bodyPr anchorCtr="0" anchor="ctr" bIns="45700" lIns="91425" spcFirstLastPara="1" rIns="91425" wrap="square" tIns="45700">
            <a:normAutofit lnSpcReduction="20000"/>
          </a:bodyPr>
          <a:lstStyle/>
          <a:p>
            <a:pPr indent="0" lvl="0" marL="0" rtl="0" algn="l">
              <a:lnSpc>
                <a:spcPct val="90000"/>
              </a:lnSpc>
              <a:spcBef>
                <a:spcPts val="0"/>
              </a:spcBef>
              <a:spcAft>
                <a:spcPts val="0"/>
              </a:spcAft>
              <a:buNone/>
            </a:pPr>
            <a:r>
              <a:rPr lang="en-US" sz="4000">
                <a:solidFill>
                  <a:srgbClr val="000000"/>
                </a:solidFill>
                <a:latin typeface="Calibri"/>
                <a:ea typeface="Calibri"/>
                <a:cs typeface="Calibri"/>
                <a:sym typeface="Calibri"/>
              </a:rPr>
              <a:t>3</a:t>
            </a:r>
            <a:r>
              <a:rPr lang="en-US" sz="4000">
                <a:latin typeface="Calibri"/>
                <a:ea typeface="Calibri"/>
                <a:cs typeface="Calibri"/>
                <a:sym typeface="Calibri"/>
              </a:rPr>
              <a:t>.1 </a:t>
            </a:r>
            <a:r>
              <a:rPr lang="en-US" sz="4000">
                <a:solidFill>
                  <a:srgbClr val="000000"/>
                </a:solidFill>
                <a:latin typeface="Calibri"/>
                <a:ea typeface="Calibri"/>
                <a:cs typeface="Calibri"/>
                <a:sym typeface="Calibri"/>
              </a:rPr>
              <a:t>Consider authorization granularity</a:t>
            </a:r>
            <a:endParaRPr sz="4400">
              <a:solidFill>
                <a:srgbClr val="000000"/>
              </a:solidFill>
              <a:latin typeface="Calibri"/>
              <a:ea typeface="Calibri"/>
              <a:cs typeface="Calibri"/>
              <a:sym typeface="Calibri"/>
            </a:endParaRPr>
          </a:p>
        </p:txBody>
      </p:sp>
      <p:sp>
        <p:nvSpPr>
          <p:cNvPr id="152" name="Google Shape;152;g36afb532def_0_14"/>
          <p:cNvSpPr txBox="1"/>
          <p:nvPr/>
        </p:nvSpPr>
        <p:spPr>
          <a:xfrm>
            <a:off x="838200" y="1030287"/>
            <a:ext cx="7069200" cy="5519700"/>
          </a:xfrm>
          <a:prstGeom prst="rect">
            <a:avLst/>
          </a:prstGeom>
          <a:noFill/>
          <a:ln>
            <a:noFill/>
          </a:ln>
        </p:spPr>
        <p:txBody>
          <a:bodyPr anchorCtr="0" anchor="t" bIns="45700" lIns="91425" spcFirstLastPara="1" rIns="91425" wrap="square" tIns="45700">
            <a:normAutofit lnSpcReduction="10000"/>
          </a:bodyPr>
          <a:lstStyle/>
          <a:p>
            <a:pPr indent="0" lvl="0" marL="0" rtl="0" algn="l">
              <a:lnSpc>
                <a:spcPct val="70000"/>
              </a:lnSpc>
              <a:spcBef>
                <a:spcPts val="0"/>
              </a:spcBef>
              <a:spcAft>
                <a:spcPts val="0"/>
              </a:spcAft>
              <a:buNone/>
            </a:pPr>
            <a:r>
              <a:rPr lang="en-US" sz="2400">
                <a:solidFill>
                  <a:srgbClr val="000000"/>
                </a:solidFill>
                <a:latin typeface="Calibri"/>
                <a:ea typeface="Calibri"/>
                <a:cs typeface="Calibri"/>
                <a:sym typeface="Calibri"/>
              </a:rPr>
              <a:t>There are three common authorization models, each with varying degrees of granularity and scalability.</a:t>
            </a:r>
            <a:endParaRPr sz="2800">
              <a:solidFill>
                <a:srgbClr val="000000"/>
              </a:solidFill>
              <a:latin typeface="Calibri"/>
              <a:ea typeface="Calibri"/>
              <a:cs typeface="Calibri"/>
              <a:sym typeface="Calibri"/>
            </a:endParaRPr>
          </a:p>
          <a:p>
            <a:pPr indent="-152400" lvl="0" marL="0" rtl="0" algn="l">
              <a:lnSpc>
                <a:spcPct val="70000"/>
              </a:lnSpc>
              <a:spcBef>
                <a:spcPts val="1000"/>
              </a:spcBef>
              <a:spcAft>
                <a:spcPts val="0"/>
              </a:spcAft>
              <a:buClr>
                <a:srgbClr val="000000"/>
              </a:buClr>
              <a:buSzPts val="2400"/>
              <a:buChar char="•"/>
            </a:pPr>
            <a:r>
              <a:rPr b="1" lang="en-US" sz="2400">
                <a:solidFill>
                  <a:srgbClr val="000000"/>
                </a:solidFill>
                <a:latin typeface="Calibri"/>
                <a:ea typeface="Calibri"/>
                <a:cs typeface="Calibri"/>
                <a:sym typeface="Calibri"/>
              </a:rPr>
              <a:t>Impersonation Model: </a:t>
            </a:r>
            <a:r>
              <a:rPr lang="en-US" sz="2400">
                <a:solidFill>
                  <a:srgbClr val="000000"/>
                </a:solidFill>
                <a:latin typeface="Calibri"/>
                <a:ea typeface="Calibri"/>
                <a:cs typeface="Calibri"/>
                <a:sym typeface="Calibri"/>
              </a:rPr>
              <a:t>Resource access occurs using the security context of the caller. Windows ACLs on the secured resources (typically files or tables, or both) determine whether the caller is allowed to access the resource.</a:t>
            </a:r>
            <a:endParaRPr sz="2800">
              <a:solidFill>
                <a:srgbClr val="000000"/>
              </a:solidFill>
              <a:latin typeface="Calibri"/>
              <a:ea typeface="Calibri"/>
              <a:cs typeface="Calibri"/>
              <a:sym typeface="Calibri"/>
            </a:endParaRPr>
          </a:p>
          <a:p>
            <a:pPr indent="-152400" lvl="0" marL="0" rtl="0" algn="l">
              <a:lnSpc>
                <a:spcPct val="70000"/>
              </a:lnSpc>
              <a:spcBef>
                <a:spcPts val="1000"/>
              </a:spcBef>
              <a:spcAft>
                <a:spcPts val="0"/>
              </a:spcAft>
              <a:buClr>
                <a:srgbClr val="000000"/>
              </a:buClr>
              <a:buSzPts val="2400"/>
              <a:buChar char="•"/>
            </a:pPr>
            <a:r>
              <a:rPr b="1" lang="en-US" sz="2400">
                <a:solidFill>
                  <a:srgbClr val="000000"/>
                </a:solidFill>
                <a:latin typeface="Calibri"/>
                <a:ea typeface="Calibri"/>
                <a:cs typeface="Calibri"/>
                <a:sym typeface="Calibri"/>
              </a:rPr>
              <a:t>Trusted subsystem Model: </a:t>
            </a:r>
            <a:r>
              <a:rPr lang="en-US" sz="2400">
                <a:solidFill>
                  <a:srgbClr val="FF0000"/>
                </a:solidFill>
                <a:latin typeface="Calibri"/>
                <a:ea typeface="Calibri"/>
                <a:cs typeface="Calibri"/>
                <a:sym typeface="Calibri"/>
              </a:rPr>
              <a:t>Authorization performed </a:t>
            </a:r>
            <a:r>
              <a:rPr lang="en-US" sz="2400">
                <a:solidFill>
                  <a:srgbClr val="000000"/>
                </a:solidFill>
                <a:latin typeface="Calibri"/>
                <a:ea typeface="Calibri"/>
                <a:cs typeface="Calibri"/>
                <a:sym typeface="Calibri"/>
              </a:rPr>
              <a:t>in the </a:t>
            </a:r>
            <a:r>
              <a:rPr lang="en-US" sz="2400">
                <a:solidFill>
                  <a:srgbClr val="FF0000"/>
                </a:solidFill>
                <a:latin typeface="Calibri"/>
                <a:ea typeface="Calibri"/>
                <a:cs typeface="Calibri"/>
                <a:sym typeface="Calibri"/>
              </a:rPr>
              <a:t>application's logical middle tier </a:t>
            </a:r>
            <a:r>
              <a:rPr lang="en-US" sz="2400">
                <a:solidFill>
                  <a:srgbClr val="000000"/>
                </a:solidFill>
                <a:latin typeface="Calibri"/>
                <a:ea typeface="Calibri"/>
                <a:cs typeface="Calibri"/>
                <a:sym typeface="Calibri"/>
              </a:rPr>
              <a:t>using roles, which group together users who share the same privileges in the application. </a:t>
            </a:r>
            <a:endParaRPr sz="2800">
              <a:solidFill>
                <a:srgbClr val="000000"/>
              </a:solidFill>
              <a:latin typeface="Calibri"/>
              <a:ea typeface="Calibri"/>
              <a:cs typeface="Calibri"/>
              <a:sym typeface="Calibri"/>
            </a:endParaRPr>
          </a:p>
          <a:p>
            <a:pPr indent="-152400" lvl="0" marL="0" rtl="0" algn="l">
              <a:lnSpc>
                <a:spcPct val="70000"/>
              </a:lnSpc>
              <a:spcBef>
                <a:spcPts val="1000"/>
              </a:spcBef>
              <a:spcAft>
                <a:spcPts val="0"/>
              </a:spcAft>
              <a:buClr>
                <a:srgbClr val="000000"/>
              </a:buClr>
              <a:buSzPts val="2400"/>
              <a:buChar char="•"/>
            </a:pPr>
            <a:r>
              <a:rPr b="1" lang="en-US" sz="2400">
                <a:solidFill>
                  <a:srgbClr val="000000"/>
                </a:solidFill>
                <a:latin typeface="Calibri"/>
                <a:ea typeface="Calibri"/>
                <a:cs typeface="Calibri"/>
                <a:sym typeface="Calibri"/>
              </a:rPr>
              <a:t>Hybrid Model:</a:t>
            </a:r>
            <a:r>
              <a:rPr lang="en-US" sz="2400">
                <a:solidFill>
                  <a:srgbClr val="000000"/>
                </a:solidFill>
                <a:latin typeface="Calibri"/>
                <a:ea typeface="Calibri"/>
                <a:cs typeface="Calibri"/>
                <a:sym typeface="Calibri"/>
              </a:rPr>
              <a:t> This is really a hybrid of the two models described earlier. Callers are mapped to roles in the application's logical middle tier, and access to classes and methods is restricted based on role membership. Downstream resource access is performed using a restricted set of identities determined by the current caller's role membership. </a:t>
            </a:r>
            <a:endParaRPr b="1" sz="2400">
              <a:solidFill>
                <a:srgbClr val="000000"/>
              </a:solidFill>
              <a:latin typeface="Calibri"/>
              <a:ea typeface="Calibri"/>
              <a:cs typeface="Calibri"/>
              <a:sym typeface="Calibri"/>
            </a:endParaRPr>
          </a:p>
          <a:p>
            <a:pPr indent="-76200" lvl="0" marL="228600" rtl="0" algn="l">
              <a:lnSpc>
                <a:spcPct val="90000"/>
              </a:lnSpc>
              <a:spcBef>
                <a:spcPts val="1000"/>
              </a:spcBef>
              <a:spcAft>
                <a:spcPts val="0"/>
              </a:spcAft>
              <a:buNone/>
            </a:pPr>
            <a:r>
              <a:t/>
            </a:r>
            <a:endParaRPr b="1" sz="2400">
              <a:solidFill>
                <a:srgbClr val="000000"/>
              </a:solidFill>
              <a:latin typeface="Calibri"/>
              <a:ea typeface="Calibri"/>
              <a:cs typeface="Calibri"/>
              <a:sym typeface="Calibri"/>
            </a:endParaRPr>
          </a:p>
        </p:txBody>
      </p:sp>
      <p:pic>
        <p:nvPicPr>
          <p:cNvPr id="153" name="Google Shape;153;g36afb532def_0_14"/>
          <p:cNvPicPr preferRelativeResize="0"/>
          <p:nvPr/>
        </p:nvPicPr>
        <p:blipFill rotWithShape="1">
          <a:blip r:embed="rId3">
            <a:alphaModFix/>
          </a:blip>
          <a:srcRect b="0" l="0" r="0" t="0"/>
          <a:stretch/>
        </p:blipFill>
        <p:spPr>
          <a:xfrm>
            <a:off x="8645525" y="1030287"/>
            <a:ext cx="2809875" cy="1587500"/>
          </a:xfrm>
          <a:prstGeom prst="rect">
            <a:avLst/>
          </a:prstGeom>
          <a:noFill/>
          <a:ln>
            <a:noFill/>
          </a:ln>
        </p:spPr>
      </p:pic>
      <p:pic>
        <p:nvPicPr>
          <p:cNvPr id="154" name="Google Shape;154;g36afb532def_0_14"/>
          <p:cNvPicPr preferRelativeResize="0"/>
          <p:nvPr/>
        </p:nvPicPr>
        <p:blipFill rotWithShape="1">
          <a:blip r:embed="rId4">
            <a:alphaModFix/>
          </a:blip>
          <a:srcRect b="0" l="0" r="0" t="0"/>
          <a:stretch/>
        </p:blipFill>
        <p:spPr>
          <a:xfrm>
            <a:off x="8645525" y="4768850"/>
            <a:ext cx="2809875" cy="1781175"/>
          </a:xfrm>
          <a:prstGeom prst="rect">
            <a:avLst/>
          </a:prstGeom>
          <a:noFill/>
          <a:ln>
            <a:noFill/>
          </a:ln>
        </p:spPr>
      </p:pic>
      <p:pic>
        <p:nvPicPr>
          <p:cNvPr id="155" name="Google Shape;155;g36afb532def_0_14"/>
          <p:cNvPicPr preferRelativeResize="0"/>
          <p:nvPr/>
        </p:nvPicPr>
        <p:blipFill rotWithShape="1">
          <a:blip r:embed="rId5">
            <a:alphaModFix/>
          </a:blip>
          <a:srcRect b="0" l="0" r="0" t="0"/>
          <a:stretch/>
        </p:blipFill>
        <p:spPr>
          <a:xfrm>
            <a:off x="8645525" y="2873375"/>
            <a:ext cx="2809875" cy="1628775"/>
          </a:xfrm>
          <a:prstGeom prst="rect">
            <a:avLst/>
          </a:prstGeom>
          <a:noFill/>
          <a:ln>
            <a:noFill/>
          </a:ln>
        </p:spPr>
      </p:pic>
      <p:sp>
        <p:nvSpPr>
          <p:cNvPr id="156" name="Google Shape;156;g36afb532def_0_14"/>
          <p:cNvSpPr txBox="1"/>
          <p:nvPr/>
        </p:nvSpPr>
        <p:spPr>
          <a:xfrm>
            <a:off x="9053512" y="2532062"/>
            <a:ext cx="20637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a:solidFill>
                  <a:srgbClr val="000000"/>
                </a:solidFill>
                <a:latin typeface="Calibri"/>
                <a:ea typeface="Calibri"/>
                <a:cs typeface="Calibri"/>
                <a:sym typeface="Calibri"/>
              </a:rPr>
              <a:t>Fig: Impersonation Model</a:t>
            </a:r>
            <a:endParaRPr/>
          </a:p>
        </p:txBody>
      </p:sp>
      <p:sp>
        <p:nvSpPr>
          <p:cNvPr id="157" name="Google Shape;157;g36afb532def_0_14"/>
          <p:cNvSpPr txBox="1"/>
          <p:nvPr/>
        </p:nvSpPr>
        <p:spPr>
          <a:xfrm>
            <a:off x="8936037" y="4438650"/>
            <a:ext cx="23478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a:solidFill>
                  <a:srgbClr val="000000"/>
                </a:solidFill>
                <a:latin typeface="Calibri"/>
                <a:ea typeface="Calibri"/>
                <a:cs typeface="Calibri"/>
                <a:sym typeface="Calibri"/>
              </a:rPr>
              <a:t>Fig: Trusted subsystem Model</a:t>
            </a:r>
            <a:endParaRPr/>
          </a:p>
        </p:txBody>
      </p:sp>
      <p:sp>
        <p:nvSpPr>
          <p:cNvPr id="158" name="Google Shape;158;g36afb532def_0_14"/>
          <p:cNvSpPr txBox="1"/>
          <p:nvPr/>
        </p:nvSpPr>
        <p:spPr>
          <a:xfrm>
            <a:off x="9372600" y="6465887"/>
            <a:ext cx="14826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Calibri"/>
              <a:buNone/>
            </a:pPr>
            <a:r>
              <a:rPr b="0" i="0" lang="en-US" sz="1400" u="none">
                <a:solidFill>
                  <a:srgbClr val="000000"/>
                </a:solidFill>
                <a:latin typeface="Calibri"/>
                <a:ea typeface="Calibri"/>
                <a:cs typeface="Calibri"/>
                <a:sym typeface="Calibri"/>
              </a:rPr>
              <a:t>Fig: Hybrid Model</a:t>
            </a:r>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2" name="Shape 162"/>
        <p:cNvGrpSpPr/>
        <p:nvPr/>
      </p:nvGrpSpPr>
      <p:grpSpPr>
        <a:xfrm>
          <a:off x="0" y="0"/>
          <a:ext cx="0" cy="0"/>
          <a:chOff x="0" y="0"/>
          <a:chExt cx="0" cy="0"/>
        </a:xfrm>
      </p:grpSpPr>
      <p:sp>
        <p:nvSpPr>
          <p:cNvPr id="163" name="Google Shape;163;p67"/>
          <p:cNvSpPr txBox="1"/>
          <p:nvPr>
            <p:ph type="title"/>
          </p:nvPr>
        </p:nvSpPr>
        <p:spPr>
          <a:xfrm>
            <a:off x="838200" y="365125"/>
            <a:ext cx="10515600" cy="1325562"/>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rgbClr val="2E75B6"/>
              </a:buClr>
              <a:buSzPts val="4400"/>
              <a:buFont typeface="Calibri"/>
              <a:buNone/>
            </a:pPr>
            <a:r>
              <a:rPr b="0" i="0" lang="en-US" sz="4400" u="none">
                <a:solidFill>
                  <a:srgbClr val="2E75B6"/>
                </a:solidFill>
                <a:latin typeface="Calibri"/>
                <a:ea typeface="Calibri"/>
                <a:cs typeface="Calibri"/>
                <a:sym typeface="Calibri"/>
              </a:rPr>
              <a:t>Summary</a:t>
            </a:r>
            <a:br>
              <a:rPr b="0" i="0" lang="en-US" sz="4400" u="none">
                <a:solidFill>
                  <a:schemeClr val="dk1"/>
                </a:solidFill>
                <a:latin typeface="Calibri"/>
                <a:ea typeface="Calibri"/>
                <a:cs typeface="Calibri"/>
                <a:sym typeface="Calibri"/>
              </a:rPr>
            </a:br>
            <a:endParaRPr/>
          </a:p>
        </p:txBody>
      </p:sp>
      <p:sp>
        <p:nvSpPr>
          <p:cNvPr id="164" name="Google Shape;164;p67"/>
          <p:cNvSpPr txBox="1"/>
          <p:nvPr>
            <p:ph idx="1" type="body"/>
          </p:nvPr>
        </p:nvSpPr>
        <p:spPr>
          <a:xfrm>
            <a:off x="838200" y="1825625"/>
            <a:ext cx="10515600" cy="4351337"/>
          </a:xfrm>
          <a:prstGeom prst="rect">
            <a:avLst/>
          </a:prstGeom>
          <a:noFill/>
          <a:ln>
            <a:noFill/>
          </a:ln>
        </p:spPr>
        <p:txBody>
          <a:bodyPr anchorCtr="0" anchor="t" bIns="45700" lIns="91425" spcFirstLastPara="1" rIns="91425" wrap="square" tIns="45700">
            <a:noAutofit/>
          </a:bodyPr>
          <a:lstStyle/>
          <a:p>
            <a:pPr indent="-228600" lvl="0" marL="228600" marR="0" rtl="0" algn="l">
              <a:lnSpc>
                <a:spcPct val="90000"/>
              </a:lnSpc>
              <a:spcBef>
                <a:spcPts val="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Security should permeate every stage of the product development life cycle and it should be a focal point of application design.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Pay particular attention to the design of a solid authentication and authorization strategy.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Also remember that the majority of application level attacks rely on maliciously formed input data and poor application input validation. </a:t>
            </a:r>
            <a:endParaRPr/>
          </a:p>
          <a:p>
            <a:pPr indent="-228600" lvl="0" marL="228600" marR="0" rtl="0" algn="l">
              <a:lnSpc>
                <a:spcPct val="90000"/>
              </a:lnSpc>
              <a:spcBef>
                <a:spcPts val="1000"/>
              </a:spcBef>
              <a:spcAft>
                <a:spcPts val="0"/>
              </a:spcAft>
              <a:buClr>
                <a:schemeClr val="dk1"/>
              </a:buClr>
              <a:buSzPts val="2800"/>
              <a:buFont typeface="Arial"/>
              <a:buChar char="•"/>
            </a:pPr>
            <a:r>
              <a:rPr b="0" i="0" lang="en-US" sz="2800" u="none">
                <a:solidFill>
                  <a:schemeClr val="dk1"/>
                </a:solidFill>
                <a:latin typeface="Calibri"/>
                <a:ea typeface="Calibri"/>
                <a:cs typeface="Calibri"/>
                <a:sym typeface="Calibri"/>
              </a:rPr>
              <a:t>The guidance presented in this chapter should help you with these and other challenging aspects of designing and building secure applications.</a:t>
            </a:r>
            <a:endParaRPr/>
          </a:p>
        </p:txBody>
      </p:sp>
    </p:spTree>
  </p:cSld>
  <p:clrMapOvr>
    <a:masterClrMapping/>
  </p:clrMapOvr>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8" name="Shape 168"/>
        <p:cNvGrpSpPr/>
        <p:nvPr/>
      </p:nvGrpSpPr>
      <p:grpSpPr>
        <a:xfrm>
          <a:off x="0" y="0"/>
          <a:ext cx="0" cy="0"/>
          <a:chOff x="0" y="0"/>
          <a:chExt cx="0" cy="0"/>
        </a:xfrm>
      </p:grpSpPr>
      <p:sp>
        <p:nvSpPr>
          <p:cNvPr id="169" name="Google Shape;169;g33a30e3e94f_0_5"/>
          <p:cNvSpPr txBox="1"/>
          <p:nvPr>
            <p:ph type="title"/>
          </p:nvPr>
        </p:nvSpPr>
        <p:spPr>
          <a:xfrm>
            <a:off x="838200" y="365125"/>
            <a:ext cx="10515600" cy="1325700"/>
          </a:xfrm>
          <a:prstGeom prst="rect">
            <a:avLst/>
          </a:prstGeom>
          <a:noFill/>
          <a:ln>
            <a:noFill/>
          </a:ln>
        </p:spPr>
        <p:txBody>
          <a:bodyPr anchorCtr="0" anchor="ctr" bIns="45700" lIns="91425" spcFirstLastPara="1" rIns="91425" wrap="square" tIns="45700">
            <a:normAutofit/>
          </a:bodyPr>
          <a:lstStyle/>
          <a:p>
            <a:pPr indent="0" lvl="0" marL="0" rtl="0" algn="ctr">
              <a:lnSpc>
                <a:spcPct val="90000"/>
              </a:lnSpc>
              <a:spcBef>
                <a:spcPts val="0"/>
              </a:spcBef>
              <a:spcAft>
                <a:spcPts val="0"/>
              </a:spcAft>
              <a:buClr>
                <a:schemeClr val="dk1"/>
              </a:buClr>
              <a:buSzPts val="4400"/>
              <a:buFont typeface="Calibri"/>
              <a:buNone/>
            </a:pPr>
            <a:r>
              <a:rPr b="1" lang="en-US"/>
              <a:t>SWE322: Software Security</a:t>
            </a:r>
            <a:endParaRPr/>
          </a:p>
        </p:txBody>
      </p:sp>
      <p:sp>
        <p:nvSpPr>
          <p:cNvPr id="170" name="Google Shape;170;g33a30e3e94f_0_5"/>
          <p:cNvSpPr txBox="1"/>
          <p:nvPr>
            <p:ph idx="1" type="body"/>
          </p:nvPr>
        </p:nvSpPr>
        <p:spPr>
          <a:xfrm>
            <a:off x="838200" y="4079631"/>
            <a:ext cx="10515600" cy="2097300"/>
          </a:xfrm>
          <a:prstGeom prst="rect">
            <a:avLst/>
          </a:prstGeom>
          <a:noFill/>
          <a:ln>
            <a:noFill/>
          </a:ln>
        </p:spPr>
        <p:txBody>
          <a:bodyPr anchorCtr="0" anchor="t" bIns="45700" lIns="91425" spcFirstLastPara="1" rIns="91425" wrap="square" tIns="45700">
            <a:normAutofit/>
          </a:bodyPr>
          <a:lstStyle/>
          <a:p>
            <a:pPr indent="-228600" lvl="0" marL="228600" rtl="0" algn="r">
              <a:lnSpc>
                <a:spcPct val="90000"/>
              </a:lnSpc>
              <a:spcBef>
                <a:spcPts val="0"/>
              </a:spcBef>
              <a:spcAft>
                <a:spcPts val="0"/>
              </a:spcAft>
              <a:buClr>
                <a:schemeClr val="dk1"/>
              </a:buClr>
              <a:buSzPts val="5400"/>
              <a:buNone/>
            </a:pPr>
            <a:r>
              <a:rPr lang="en-US" sz="5400"/>
              <a:t>Module:</a:t>
            </a:r>
            <a:r>
              <a:rPr b="1" lang="en-US" sz="5400"/>
              <a:t> </a:t>
            </a:r>
            <a:r>
              <a:rPr b="1" lang="en-US" sz="5400">
                <a:solidFill>
                  <a:srgbClr val="FF0000"/>
                </a:solidFill>
              </a:rPr>
              <a:t>Malware</a:t>
            </a:r>
            <a:endParaRPr b="1" sz="5400">
              <a:solidFill>
                <a:srgbClr val="FF0000"/>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g33a30e3e94f_0_10"/>
          <p:cNvSpPr txBox="1"/>
          <p:nvPr>
            <p:ph type="title"/>
          </p:nvPr>
        </p:nvSpPr>
        <p:spPr>
          <a:xfrm>
            <a:off x="838200" y="365126"/>
            <a:ext cx="10399500" cy="761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400"/>
              <a:buFont typeface="Calibri"/>
              <a:buNone/>
            </a:pPr>
            <a:r>
              <a:rPr b="1" lang="en-US"/>
              <a:t>What is malware ?</a:t>
            </a:r>
            <a:endParaRPr b="1"/>
          </a:p>
        </p:txBody>
      </p:sp>
      <p:sp>
        <p:nvSpPr>
          <p:cNvPr id="176" name="Google Shape;176;g33a30e3e94f_0_10"/>
          <p:cNvSpPr txBox="1"/>
          <p:nvPr>
            <p:ph idx="1" type="body"/>
          </p:nvPr>
        </p:nvSpPr>
        <p:spPr>
          <a:xfrm>
            <a:off x="773724" y="1266092"/>
            <a:ext cx="10464000" cy="5592000"/>
          </a:xfrm>
          <a:prstGeom prst="rect">
            <a:avLst/>
          </a:prstGeom>
          <a:noFill/>
          <a:ln>
            <a:noFill/>
          </a:ln>
        </p:spPr>
        <p:txBody>
          <a:bodyPr anchorCtr="0" anchor="t" bIns="45700" lIns="91425" spcFirstLastPara="1" rIns="91425" wrap="square" tIns="45700">
            <a:normAutofit lnSpcReduction="20000"/>
          </a:bodyPr>
          <a:lstStyle/>
          <a:p>
            <a:pPr indent="0" lvl="0" marL="0" rtl="0" algn="l">
              <a:lnSpc>
                <a:spcPct val="90000"/>
              </a:lnSpc>
              <a:spcBef>
                <a:spcPts val="0"/>
              </a:spcBef>
              <a:spcAft>
                <a:spcPts val="0"/>
              </a:spcAft>
              <a:buClr>
                <a:schemeClr val="dk1"/>
              </a:buClr>
              <a:buSzPts val="3200"/>
              <a:buNone/>
            </a:pPr>
            <a:r>
              <a:rPr lang="en-US" sz="3200"/>
              <a:t>Malware is a software that can </a:t>
            </a:r>
            <a:r>
              <a:rPr b="1" lang="en-US" sz="3200">
                <a:solidFill>
                  <a:srgbClr val="FF0000"/>
                </a:solidFill>
              </a:rPr>
              <a:t>damage or disable your system</a:t>
            </a:r>
            <a:r>
              <a:rPr lang="en-US" sz="3200"/>
              <a:t> and </a:t>
            </a:r>
            <a:r>
              <a:rPr b="1" lang="en-US" sz="3200">
                <a:solidFill>
                  <a:srgbClr val="FF0000"/>
                </a:solidFill>
              </a:rPr>
              <a:t>gives limited or full control</a:t>
            </a:r>
            <a:r>
              <a:rPr lang="en-US" sz="3200"/>
              <a:t> of the system to the malware creator for the purpose of thread or fraud. </a:t>
            </a:r>
            <a:endParaRPr/>
          </a:p>
          <a:p>
            <a:pPr indent="0" lvl="0" marL="0" rtl="0" algn="l">
              <a:lnSpc>
                <a:spcPct val="90000"/>
              </a:lnSpc>
              <a:spcBef>
                <a:spcPts val="1000"/>
              </a:spcBef>
              <a:spcAft>
                <a:spcPts val="0"/>
              </a:spcAft>
              <a:buClr>
                <a:schemeClr val="dk1"/>
              </a:buClr>
              <a:buSzPts val="3200"/>
              <a:buNone/>
            </a:pPr>
            <a:r>
              <a:rPr lang="en-US" sz="3200">
                <a:solidFill>
                  <a:schemeClr val="dk1"/>
                </a:solidFill>
              </a:rPr>
              <a:t>There can be many types of malware. Some of those are</a:t>
            </a:r>
            <a:endParaRPr/>
          </a:p>
          <a:p>
            <a:pPr indent="-514350" lvl="0" marL="514350" rtl="0" algn="l">
              <a:lnSpc>
                <a:spcPct val="90000"/>
              </a:lnSpc>
              <a:spcBef>
                <a:spcPts val="1000"/>
              </a:spcBef>
              <a:spcAft>
                <a:spcPts val="0"/>
              </a:spcAft>
              <a:buClr>
                <a:srgbClr val="FF0000"/>
              </a:buClr>
              <a:buSzPts val="2800"/>
              <a:buFont typeface="Calibri"/>
              <a:buAutoNum type="arabicPeriod"/>
            </a:pPr>
            <a:r>
              <a:rPr lang="en-US" sz="2800">
                <a:solidFill>
                  <a:srgbClr val="FF0000"/>
                </a:solidFill>
              </a:rPr>
              <a:t>Trojan horse</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Backdoor</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sz="2800">
                <a:solidFill>
                  <a:schemeClr val="dk1"/>
                </a:solidFill>
              </a:rPr>
              <a:t>Rootkit</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Ransomware</a:t>
            </a:r>
            <a:endParaRPr/>
          </a:p>
          <a:p>
            <a:pPr indent="-514350" lvl="0" marL="514350" rtl="0" algn="l">
              <a:lnSpc>
                <a:spcPct val="90000"/>
              </a:lnSpc>
              <a:spcBef>
                <a:spcPts val="1000"/>
              </a:spcBef>
              <a:spcAft>
                <a:spcPts val="0"/>
              </a:spcAft>
              <a:buClr>
                <a:srgbClr val="FF0000"/>
              </a:buClr>
              <a:buSzPts val="2800"/>
              <a:buFont typeface="Calibri"/>
              <a:buAutoNum type="arabicPeriod"/>
            </a:pPr>
            <a:r>
              <a:rPr lang="en-US">
                <a:solidFill>
                  <a:srgbClr val="FF0000"/>
                </a:solidFill>
              </a:rPr>
              <a:t>Adware</a:t>
            </a:r>
            <a:endParaRPr/>
          </a:p>
          <a:p>
            <a:pPr indent="-514350" lvl="0" marL="514350" rtl="0" algn="l">
              <a:lnSpc>
                <a:spcPct val="90000"/>
              </a:lnSpc>
              <a:spcBef>
                <a:spcPts val="1000"/>
              </a:spcBef>
              <a:spcAft>
                <a:spcPts val="0"/>
              </a:spcAft>
              <a:buClr>
                <a:srgbClr val="FF0000"/>
              </a:buClr>
              <a:buSzPts val="2800"/>
              <a:buFont typeface="Calibri"/>
              <a:buAutoNum type="arabicPeriod"/>
            </a:pPr>
            <a:r>
              <a:rPr lang="en-US">
                <a:solidFill>
                  <a:srgbClr val="FF0000"/>
                </a:solidFill>
              </a:rPr>
              <a:t>Trapdoor</a:t>
            </a:r>
            <a:endParaRPr/>
          </a:p>
          <a:p>
            <a:pPr indent="-336550" lvl="0" marL="514350" rtl="0" algn="l">
              <a:lnSpc>
                <a:spcPct val="90000"/>
              </a:lnSpc>
              <a:spcBef>
                <a:spcPts val="1000"/>
              </a:spcBef>
              <a:spcAft>
                <a:spcPts val="0"/>
              </a:spcAft>
              <a:buClr>
                <a:schemeClr val="dk1"/>
              </a:buClr>
              <a:buSzPts val="2800"/>
              <a:buFont typeface="Calibri"/>
              <a:buNone/>
            </a:pPr>
            <a:r>
              <a:t/>
            </a:r>
            <a:endParaRPr/>
          </a:p>
          <a:p>
            <a:pPr indent="-336550" lvl="0" marL="514350" rtl="0" algn="l">
              <a:lnSpc>
                <a:spcPct val="90000"/>
              </a:lnSpc>
              <a:spcBef>
                <a:spcPts val="1000"/>
              </a:spcBef>
              <a:spcAft>
                <a:spcPts val="0"/>
              </a:spcAft>
              <a:buClr>
                <a:schemeClr val="dk1"/>
              </a:buClr>
              <a:buSzPts val="2800"/>
              <a:buFont typeface="Calibri"/>
              <a:buNone/>
            </a:pPr>
            <a:r>
              <a:t/>
            </a:r>
            <a:endParaRPr sz="2800">
              <a:solidFill>
                <a:schemeClr val="dk1"/>
              </a:solidFill>
            </a:endParaRPr>
          </a:p>
          <a:p>
            <a:pPr indent="0" lvl="0" marL="0" rtl="0" algn="l">
              <a:lnSpc>
                <a:spcPct val="90000"/>
              </a:lnSpc>
              <a:spcBef>
                <a:spcPts val="1000"/>
              </a:spcBef>
              <a:spcAft>
                <a:spcPts val="0"/>
              </a:spcAft>
              <a:buClr>
                <a:schemeClr val="dk1"/>
              </a:buClr>
              <a:buSzPts val="2800"/>
              <a:buNone/>
            </a:pPr>
            <a:r>
              <a:t/>
            </a:r>
            <a:endParaRPr sz="2800">
              <a:solidFill>
                <a:schemeClr val="dk1"/>
              </a:solidFill>
            </a:endParaRPr>
          </a:p>
        </p:txBody>
      </p:sp>
      <p:sp>
        <p:nvSpPr>
          <p:cNvPr id="177" name="Google Shape;177;g33a30e3e94f_0_10"/>
          <p:cNvSpPr/>
          <p:nvPr/>
        </p:nvSpPr>
        <p:spPr>
          <a:xfrm>
            <a:off x="5809957" y="4206240"/>
            <a:ext cx="4304700" cy="2651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78" name="Google Shape;178;g33a30e3e94f_0_10"/>
          <p:cNvSpPr/>
          <p:nvPr/>
        </p:nvSpPr>
        <p:spPr>
          <a:xfrm>
            <a:off x="5588312" y="2552942"/>
            <a:ext cx="3784200" cy="3545100"/>
          </a:xfrm>
          <a:prstGeom prst="rect">
            <a:avLst/>
          </a:prstGeom>
          <a:noFill/>
          <a:ln>
            <a:noFill/>
          </a:ln>
        </p:spPr>
        <p:txBody>
          <a:bodyPr anchorCtr="0" anchor="ctr" bIns="45700" lIns="91425" spcFirstLastPara="1" rIns="91425" wrap="square" tIns="45700">
            <a:noAutofit/>
          </a:bodyPr>
          <a:lstStyle/>
          <a:p>
            <a:pPr indent="-514350" lvl="0" marL="514350" marR="0" rtl="0" algn="l">
              <a:spcBef>
                <a:spcPts val="0"/>
              </a:spcBef>
              <a:spcAft>
                <a:spcPts val="0"/>
              </a:spcAft>
              <a:buClr>
                <a:srgbClr val="FF0000"/>
              </a:buClr>
              <a:buSzPts val="2800"/>
              <a:buFont typeface="Calibri"/>
              <a:buAutoNum type="arabicPeriod" startAt="7"/>
            </a:pPr>
            <a:r>
              <a:rPr b="0" i="0" lang="en-US" sz="2800" u="none" cap="none" strike="noStrike">
                <a:solidFill>
                  <a:srgbClr val="FF0000"/>
                </a:solidFill>
                <a:latin typeface="Calibri"/>
                <a:ea typeface="Calibri"/>
                <a:cs typeface="Calibri"/>
                <a:sym typeface="Calibri"/>
              </a:rPr>
              <a:t> Virus</a:t>
            </a:r>
            <a:endParaRPr/>
          </a:p>
          <a:p>
            <a:pPr indent="-342900" lvl="0" marL="342900" marR="0" rtl="0" algn="l">
              <a:spcBef>
                <a:spcPts val="600"/>
              </a:spcBef>
              <a:spcAft>
                <a:spcPts val="0"/>
              </a:spcAft>
              <a:buClr>
                <a:srgbClr val="FF0000"/>
              </a:buClr>
              <a:buSzPts val="2800"/>
              <a:buFont typeface="Calibri"/>
              <a:buAutoNum type="arabicPeriod" startAt="7"/>
            </a:pPr>
            <a:r>
              <a:rPr b="0" i="0" lang="en-US" sz="2800" u="none" cap="none" strike="noStrike">
                <a:solidFill>
                  <a:srgbClr val="FF0000"/>
                </a:solidFill>
                <a:latin typeface="Calibri"/>
                <a:ea typeface="Calibri"/>
                <a:cs typeface="Calibri"/>
                <a:sym typeface="Calibri"/>
              </a:rPr>
              <a:t>   Worms</a:t>
            </a:r>
            <a:endParaRPr/>
          </a:p>
          <a:p>
            <a:pPr indent="-342900" lvl="0" marL="342900" marR="0" rtl="0" algn="l">
              <a:spcBef>
                <a:spcPts val="600"/>
              </a:spcBef>
              <a:spcAft>
                <a:spcPts val="0"/>
              </a:spcAft>
              <a:buClr>
                <a:srgbClr val="FF0000"/>
              </a:buClr>
              <a:buSzPts val="2800"/>
              <a:buFont typeface="Calibri"/>
              <a:buAutoNum type="arabicPeriod" startAt="7"/>
            </a:pPr>
            <a:r>
              <a:rPr b="0" i="0" lang="en-US" sz="2800" u="none" cap="none" strike="noStrike">
                <a:solidFill>
                  <a:srgbClr val="FF0000"/>
                </a:solidFill>
                <a:latin typeface="Calibri"/>
                <a:ea typeface="Calibri"/>
                <a:cs typeface="Calibri"/>
                <a:sym typeface="Calibri"/>
              </a:rPr>
              <a:t>   Spyware</a:t>
            </a:r>
            <a:endParaRPr/>
          </a:p>
          <a:p>
            <a:pPr indent="-342900" lvl="0" marL="342900" marR="0" rtl="0" algn="l">
              <a:spcBef>
                <a:spcPts val="600"/>
              </a:spcBef>
              <a:spcAft>
                <a:spcPts val="0"/>
              </a:spcAft>
              <a:buClr>
                <a:schemeClr val="dk1"/>
              </a:buClr>
              <a:buSzPts val="2800"/>
              <a:buFont typeface="Calibri"/>
              <a:buAutoNum type="arabicPeriod" startAt="7"/>
            </a:pPr>
            <a:r>
              <a:rPr b="0" i="0" lang="en-US" sz="2800" u="none" cap="none" strike="noStrike">
                <a:solidFill>
                  <a:schemeClr val="dk1"/>
                </a:solidFill>
                <a:latin typeface="Calibri"/>
                <a:ea typeface="Calibri"/>
                <a:cs typeface="Calibri"/>
                <a:sym typeface="Calibri"/>
              </a:rPr>
              <a:t>  Botnet</a:t>
            </a:r>
            <a:endParaRPr/>
          </a:p>
          <a:p>
            <a:pPr indent="-342900" lvl="0" marL="342900" marR="0" rtl="0" algn="l">
              <a:spcBef>
                <a:spcPts val="600"/>
              </a:spcBef>
              <a:spcAft>
                <a:spcPts val="0"/>
              </a:spcAft>
              <a:buClr>
                <a:schemeClr val="dk1"/>
              </a:buClr>
              <a:buSzPts val="2800"/>
              <a:buFont typeface="Calibri"/>
              <a:buAutoNum type="arabicPeriod" startAt="7"/>
            </a:pPr>
            <a:r>
              <a:rPr b="0" i="0" lang="en-US" sz="2800" u="none" cap="none" strike="noStrike">
                <a:solidFill>
                  <a:schemeClr val="dk1"/>
                </a:solidFill>
                <a:latin typeface="Calibri"/>
                <a:ea typeface="Calibri"/>
                <a:cs typeface="Calibri"/>
                <a:sym typeface="Calibri"/>
              </a:rPr>
              <a:t>  Crypter</a:t>
            </a:r>
            <a:endParaRPr b="0" i="0" sz="2800" u="none" cap="none" strike="noStrike">
              <a:solidFill>
                <a:schemeClr val="dk1"/>
              </a:solidFill>
              <a:latin typeface="Calibri"/>
              <a:ea typeface="Calibri"/>
              <a:cs typeface="Calibri"/>
              <a:sym typeface="Calibri"/>
            </a:endParaRPr>
          </a:p>
          <a:p>
            <a:pPr indent="-342900" lvl="0" marL="342900" marR="0" rtl="0" algn="l">
              <a:spcBef>
                <a:spcPts val="600"/>
              </a:spcBef>
              <a:spcAft>
                <a:spcPts val="0"/>
              </a:spcAft>
              <a:buClr>
                <a:srgbClr val="FF0000"/>
              </a:buClr>
              <a:buSzPts val="2800"/>
              <a:buFont typeface="Calibri"/>
              <a:buAutoNum type="arabicPeriod" startAt="7"/>
            </a:pPr>
            <a:r>
              <a:rPr b="0" i="0" lang="en-US" sz="2800" u="none" cap="none" strike="noStrike">
                <a:solidFill>
                  <a:srgbClr val="FF0000"/>
                </a:solidFill>
                <a:latin typeface="Calibri"/>
                <a:ea typeface="Calibri"/>
                <a:cs typeface="Calibri"/>
                <a:sym typeface="Calibri"/>
              </a:rPr>
              <a:t>  Logic bomb</a:t>
            </a:r>
            <a:endParaRPr/>
          </a:p>
        </p:txBody>
      </p:sp>
    </p:spTree>
  </p:cSld>
  <p:clrMapOvr>
    <a:masterClrMapping/>
  </p:clrMapOvr>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2" name="Shape 182"/>
        <p:cNvGrpSpPr/>
        <p:nvPr/>
      </p:nvGrpSpPr>
      <p:grpSpPr>
        <a:xfrm>
          <a:off x="0" y="0"/>
          <a:ext cx="0" cy="0"/>
          <a:chOff x="0" y="0"/>
          <a:chExt cx="0" cy="0"/>
        </a:xfrm>
      </p:grpSpPr>
      <p:sp>
        <p:nvSpPr>
          <p:cNvPr id="183" name="Google Shape;183;g33a30e3e94f_0_17"/>
          <p:cNvSpPr txBox="1"/>
          <p:nvPr>
            <p:ph type="title"/>
          </p:nvPr>
        </p:nvSpPr>
        <p:spPr>
          <a:xfrm>
            <a:off x="838200" y="365125"/>
            <a:ext cx="10515600" cy="549300"/>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100000"/>
              <a:buFont typeface="Calibri"/>
              <a:buNone/>
            </a:pPr>
            <a:r>
              <a:rPr b="1" lang="en-US" u="sng"/>
              <a:t>Taxonomy of Malicious Programs</a:t>
            </a:r>
            <a:endParaRPr/>
          </a:p>
        </p:txBody>
      </p:sp>
      <p:pic>
        <p:nvPicPr>
          <p:cNvPr descr="Screen Clipping" id="184" name="Google Shape;184;g33a30e3e94f_0_17"/>
          <p:cNvPicPr preferRelativeResize="0"/>
          <p:nvPr>
            <p:ph idx="1" type="body"/>
          </p:nvPr>
        </p:nvPicPr>
        <p:blipFill rotWithShape="1">
          <a:blip r:embed="rId3">
            <a:alphaModFix/>
          </a:blip>
          <a:srcRect b="0" l="0" r="0" t="0"/>
          <a:stretch/>
        </p:blipFill>
        <p:spPr>
          <a:xfrm>
            <a:off x="1099930" y="914400"/>
            <a:ext cx="9992100" cy="5643600"/>
          </a:xfrm>
          <a:prstGeom prst="rect">
            <a:avLst/>
          </a:prstGeom>
          <a:noFill/>
          <a:ln>
            <a:noFill/>
          </a:ln>
        </p:spPr>
      </p:pic>
    </p:spTree>
  </p:cSld>
  <p:clrMapOvr>
    <a:masterClrMapping/>
  </p:clrMapOvr>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8" name="Shape 188"/>
        <p:cNvGrpSpPr/>
        <p:nvPr/>
      </p:nvGrpSpPr>
      <p:grpSpPr>
        <a:xfrm>
          <a:off x="0" y="0"/>
          <a:ext cx="0" cy="0"/>
          <a:chOff x="0" y="0"/>
          <a:chExt cx="0" cy="0"/>
        </a:xfrm>
      </p:grpSpPr>
      <p:sp>
        <p:nvSpPr>
          <p:cNvPr id="189" name="Google Shape;189;g33a30e3e94f_0_22"/>
          <p:cNvSpPr txBox="1"/>
          <p:nvPr>
            <p:ph type="title"/>
          </p:nvPr>
        </p:nvSpPr>
        <p:spPr>
          <a:xfrm>
            <a:off x="838200" y="113334"/>
            <a:ext cx="10399500" cy="761400"/>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4000"/>
              <a:buFont typeface="Calibri"/>
              <a:buNone/>
            </a:pPr>
            <a:r>
              <a:rPr b="1" lang="en-US" sz="3700" u="sng">
                <a:solidFill>
                  <a:schemeClr val="dk1"/>
                </a:solidFill>
              </a:rPr>
              <a:t>Ways of a malware can get into a system</a:t>
            </a:r>
            <a:endParaRPr b="1" sz="3700" u="sng">
              <a:solidFill>
                <a:schemeClr val="dk1"/>
              </a:solidFill>
            </a:endParaRPr>
          </a:p>
        </p:txBody>
      </p:sp>
      <p:sp>
        <p:nvSpPr>
          <p:cNvPr id="190" name="Google Shape;190;g33a30e3e94f_0_22"/>
          <p:cNvSpPr txBox="1"/>
          <p:nvPr>
            <p:ph idx="1" type="body"/>
          </p:nvPr>
        </p:nvSpPr>
        <p:spPr>
          <a:xfrm>
            <a:off x="838200" y="781878"/>
            <a:ext cx="10399500" cy="6076200"/>
          </a:xfrm>
          <a:prstGeom prst="rect">
            <a:avLst/>
          </a:prstGeom>
          <a:noFill/>
          <a:ln>
            <a:noFill/>
          </a:ln>
        </p:spPr>
        <p:txBody>
          <a:bodyPr anchorCtr="0" anchor="t" bIns="45700" lIns="91425" spcFirstLastPara="1" rIns="91425" wrap="square" tIns="45700">
            <a:normAutofit lnSpcReduction="10000"/>
          </a:bodyPr>
          <a:lstStyle/>
          <a:p>
            <a:pPr indent="-514350" lvl="0" marL="514350" rtl="0" algn="l">
              <a:lnSpc>
                <a:spcPct val="90000"/>
              </a:lnSpc>
              <a:spcBef>
                <a:spcPts val="0"/>
              </a:spcBef>
              <a:spcAft>
                <a:spcPts val="0"/>
              </a:spcAft>
              <a:buClr>
                <a:schemeClr val="dk1"/>
              </a:buClr>
              <a:buSzPts val="3200"/>
              <a:buFont typeface="Calibri"/>
              <a:buAutoNum type="arabicPeriod"/>
            </a:pPr>
            <a:r>
              <a:rPr lang="en-US" sz="3200">
                <a:solidFill>
                  <a:schemeClr val="dk1"/>
                </a:solidFill>
              </a:rPr>
              <a:t>Install messenger application</a:t>
            </a:r>
            <a:endParaRPr/>
          </a:p>
          <a:p>
            <a:pPr indent="-514350" lvl="0" marL="514350" rtl="0" algn="l">
              <a:lnSpc>
                <a:spcPct val="90000"/>
              </a:lnSpc>
              <a:spcBef>
                <a:spcPts val="1000"/>
              </a:spcBef>
              <a:spcAft>
                <a:spcPts val="0"/>
              </a:spcAft>
              <a:buClr>
                <a:schemeClr val="dk1"/>
              </a:buClr>
              <a:buSzPts val="3200"/>
              <a:buFont typeface="Calibri"/>
              <a:buAutoNum type="arabicPeriod"/>
            </a:pPr>
            <a:r>
              <a:rPr lang="en-US" sz="3200">
                <a:solidFill>
                  <a:schemeClr val="dk1"/>
                </a:solidFill>
              </a:rPr>
              <a:t>IRC (Internet relay chat)</a:t>
            </a:r>
            <a:endParaRPr/>
          </a:p>
          <a:p>
            <a:pPr indent="-514350" lvl="0" marL="514350" rtl="0" algn="l">
              <a:lnSpc>
                <a:spcPct val="90000"/>
              </a:lnSpc>
              <a:spcBef>
                <a:spcPts val="1000"/>
              </a:spcBef>
              <a:spcAft>
                <a:spcPts val="0"/>
              </a:spcAft>
              <a:buClr>
                <a:schemeClr val="dk1"/>
              </a:buClr>
              <a:buSzPts val="3200"/>
              <a:buFont typeface="Calibri"/>
              <a:buAutoNum type="arabicPeriod"/>
            </a:pPr>
            <a:r>
              <a:rPr lang="en-US" sz="3200"/>
              <a:t>Removable drive</a:t>
            </a:r>
            <a:endParaRPr/>
          </a:p>
          <a:p>
            <a:pPr indent="-514350" lvl="0" marL="514350" rtl="0" algn="l">
              <a:lnSpc>
                <a:spcPct val="90000"/>
              </a:lnSpc>
              <a:spcBef>
                <a:spcPts val="1000"/>
              </a:spcBef>
              <a:spcAft>
                <a:spcPts val="0"/>
              </a:spcAft>
              <a:buClr>
                <a:schemeClr val="dk1"/>
              </a:buClr>
              <a:buSzPts val="3200"/>
              <a:buFont typeface="Calibri"/>
              <a:buAutoNum type="arabicPeriod"/>
            </a:pPr>
            <a:r>
              <a:rPr lang="en-US" sz="3200">
                <a:solidFill>
                  <a:schemeClr val="dk1"/>
                </a:solidFill>
              </a:rPr>
              <a:t>Attachment</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Legitimate shrink wrapped software packed by an degraded employee</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solidFill>
                  <a:schemeClr val="dk1"/>
                </a:solidFill>
              </a:rPr>
              <a:t>Browser and email software bug</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Fake program or application</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solidFill>
                  <a:schemeClr val="dk1"/>
                </a:solidFill>
              </a:rPr>
              <a:t>Untrusted site and freeware software</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t>NetBIOS (File sharing)</a:t>
            </a:r>
            <a:endParaRPr/>
          </a:p>
          <a:p>
            <a:pPr indent="-514350" lvl="0" marL="514350" rtl="0" algn="l">
              <a:lnSpc>
                <a:spcPct val="90000"/>
              </a:lnSpc>
              <a:spcBef>
                <a:spcPts val="1000"/>
              </a:spcBef>
              <a:spcAft>
                <a:spcPts val="0"/>
              </a:spcAft>
              <a:buClr>
                <a:schemeClr val="dk1"/>
              </a:buClr>
              <a:buSzPts val="2800"/>
              <a:buFont typeface="Calibri"/>
              <a:buAutoNum type="arabicPeriod"/>
            </a:pPr>
            <a:r>
              <a:rPr lang="en-US">
                <a:solidFill>
                  <a:schemeClr val="dk1"/>
                </a:solidFill>
              </a:rPr>
              <a:t>Downloading file, games, screensaver and image from internet.</a:t>
            </a:r>
            <a:endParaRPr/>
          </a:p>
          <a:p>
            <a:pPr indent="0" lvl="0" marL="0" rtl="0" algn="l">
              <a:lnSpc>
                <a:spcPct val="90000"/>
              </a:lnSpc>
              <a:spcBef>
                <a:spcPts val="1000"/>
              </a:spcBef>
              <a:spcAft>
                <a:spcPts val="0"/>
              </a:spcAft>
              <a:buClr>
                <a:schemeClr val="dk1"/>
              </a:buClr>
              <a:buSzPts val="2800"/>
              <a:buNone/>
            </a:pPr>
            <a:r>
              <a:t/>
            </a:r>
            <a:endParaRPr>
              <a:solidFill>
                <a:schemeClr val="dk1"/>
              </a:solidFill>
            </a:endParaRPr>
          </a:p>
        </p:txBody>
      </p:sp>
      <p:sp>
        <p:nvSpPr>
          <p:cNvPr id="191" name="Google Shape;191;g33a30e3e94f_0_22"/>
          <p:cNvSpPr/>
          <p:nvPr/>
        </p:nvSpPr>
        <p:spPr>
          <a:xfrm>
            <a:off x="5809957" y="4206240"/>
            <a:ext cx="4304700" cy="2651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192" name="Google Shape;192;g33a30e3e94f_0_22"/>
          <p:cNvSpPr/>
          <p:nvPr/>
        </p:nvSpPr>
        <p:spPr>
          <a:xfrm>
            <a:off x="6330462" y="4206240"/>
            <a:ext cx="3784200" cy="2651700"/>
          </a:xfrm>
          <a:prstGeom prst="rect">
            <a:avLst/>
          </a:prstGeom>
          <a:noFill/>
          <a:ln>
            <a:noFill/>
          </a:ln>
        </p:spPr>
        <p:txBody>
          <a:bodyPr anchorCtr="0" anchor="ctr" bIns="45700" lIns="91425" spcFirstLastPara="1" rIns="91425" wrap="square" tIns="45700">
            <a:noAutofit/>
          </a:bodyPr>
          <a:lstStyle/>
          <a:p>
            <a:pPr indent="-165100" lvl="0" marL="342900" marR="0" rtl="0" algn="l">
              <a:spcBef>
                <a:spcPts val="0"/>
              </a:spcBef>
              <a:spcAft>
                <a:spcPts val="0"/>
              </a:spcAft>
              <a:buClr>
                <a:schemeClr val="dk1"/>
              </a:buClr>
              <a:buSzPts val="2800"/>
              <a:buFont typeface="Calibri"/>
              <a:buNone/>
            </a:pPr>
            <a:r>
              <a:t/>
            </a:r>
            <a:endParaRPr b="0" i="0" sz="2800" u="none" cap="none" strike="noStrike">
              <a:solidFill>
                <a:schemeClr val="lt1"/>
              </a:solidFill>
              <a:latin typeface="Calibri"/>
              <a:ea typeface="Calibri"/>
              <a:cs typeface="Calibri"/>
              <a:sym typeface="Calibri"/>
            </a:endParaRPr>
          </a:p>
        </p:txBody>
      </p:sp>
      <p:sp>
        <p:nvSpPr>
          <p:cNvPr id="193" name="Google Shape;193;g33a30e3e94f_0_22"/>
          <p:cNvSpPr/>
          <p:nvPr/>
        </p:nvSpPr>
        <p:spPr>
          <a:xfrm rot="5400000">
            <a:off x="9537108" y="2782188"/>
            <a:ext cx="3401400" cy="923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5400" u="none" cap="none" strike="noStrike">
                <a:solidFill>
                  <a:schemeClr val="dk1"/>
                </a:solidFill>
                <a:latin typeface="Calibri"/>
                <a:ea typeface="Calibri"/>
                <a:cs typeface="Calibri"/>
                <a:sym typeface="Calibri"/>
              </a:rPr>
              <a:t>Ref : CEHv9</a:t>
            </a:r>
            <a:endParaRPr b="0" i="0" sz="5400" u="none" cap="none" strike="noStrike">
              <a:solidFill>
                <a:schemeClr val="dk1"/>
              </a:solidFill>
              <a:latin typeface="Calibri"/>
              <a:ea typeface="Calibri"/>
              <a:cs typeface="Calibri"/>
              <a:sym typeface="Calibri"/>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g33a30e3e94f_0_30"/>
          <p:cNvSpPr txBox="1"/>
          <p:nvPr>
            <p:ph type="title"/>
          </p:nvPr>
        </p:nvSpPr>
        <p:spPr>
          <a:xfrm>
            <a:off x="838200" y="113334"/>
            <a:ext cx="10399500" cy="761400"/>
          </a:xfrm>
          <a:prstGeom prst="rect">
            <a:avLst/>
          </a:prstGeom>
          <a:noFill/>
          <a:ln>
            <a:noFill/>
          </a:ln>
        </p:spPr>
        <p:txBody>
          <a:bodyPr anchorCtr="0" anchor="ctr" bIns="45700" lIns="91425" spcFirstLastPara="1" rIns="91425" wrap="square" tIns="45700">
            <a:noAutofit/>
          </a:bodyPr>
          <a:lstStyle/>
          <a:p>
            <a:pPr indent="0" lvl="0" marL="0" rtl="0" algn="l">
              <a:lnSpc>
                <a:spcPct val="90000"/>
              </a:lnSpc>
              <a:spcBef>
                <a:spcPts val="0"/>
              </a:spcBef>
              <a:spcAft>
                <a:spcPts val="0"/>
              </a:spcAft>
              <a:buClr>
                <a:schemeClr val="dk1"/>
              </a:buClr>
              <a:buSzPts val="3600"/>
              <a:buFont typeface="Calibri"/>
              <a:buNone/>
            </a:pPr>
            <a:r>
              <a:rPr b="1" lang="en-US" sz="3200" u="sng">
                <a:solidFill>
                  <a:schemeClr val="dk1"/>
                </a:solidFill>
              </a:rPr>
              <a:t>Common techniques attacker to spread malware in web</a:t>
            </a:r>
            <a:endParaRPr b="1" sz="3200" u="sng">
              <a:solidFill>
                <a:schemeClr val="dk1"/>
              </a:solidFill>
            </a:endParaRPr>
          </a:p>
        </p:txBody>
      </p:sp>
      <p:sp>
        <p:nvSpPr>
          <p:cNvPr id="199" name="Google Shape;199;g33a30e3e94f_0_30"/>
          <p:cNvSpPr/>
          <p:nvPr/>
        </p:nvSpPr>
        <p:spPr>
          <a:xfrm>
            <a:off x="5809957" y="4206240"/>
            <a:ext cx="4304700" cy="2651700"/>
          </a:xfrm>
          <a:prstGeom prst="rect">
            <a:avLst/>
          </a:prstGeom>
          <a:noFill/>
          <a:ln>
            <a:noFill/>
          </a:ln>
        </p:spPr>
        <p:txBody>
          <a:bodyPr anchorCtr="0" anchor="ctr" bIns="45700" lIns="91425" spcFirstLastPara="1" rIns="91425" wrap="square" tIns="45700">
            <a:noAutofit/>
          </a:bodyPr>
          <a:lstStyle/>
          <a:p>
            <a:pPr indent="0" lvl="0" marL="0" marR="0" rtl="0" algn="ctr">
              <a:spcBef>
                <a:spcPts val="0"/>
              </a:spcBef>
              <a:spcAft>
                <a:spcPts val="0"/>
              </a:spcAft>
              <a:buNone/>
            </a:pPr>
            <a:r>
              <a:t/>
            </a:r>
            <a:endParaRPr b="0" i="0" sz="1800" u="none" cap="none" strike="noStrike">
              <a:solidFill>
                <a:schemeClr val="lt1"/>
              </a:solidFill>
              <a:latin typeface="Calibri"/>
              <a:ea typeface="Calibri"/>
              <a:cs typeface="Calibri"/>
              <a:sym typeface="Calibri"/>
            </a:endParaRPr>
          </a:p>
        </p:txBody>
      </p:sp>
      <p:sp>
        <p:nvSpPr>
          <p:cNvPr id="200" name="Google Shape;200;g33a30e3e94f_0_30"/>
          <p:cNvSpPr/>
          <p:nvPr/>
        </p:nvSpPr>
        <p:spPr>
          <a:xfrm>
            <a:off x="6330462" y="4206240"/>
            <a:ext cx="3784200" cy="2651700"/>
          </a:xfrm>
          <a:prstGeom prst="rect">
            <a:avLst/>
          </a:prstGeom>
          <a:noFill/>
          <a:ln>
            <a:noFill/>
          </a:ln>
        </p:spPr>
        <p:txBody>
          <a:bodyPr anchorCtr="0" anchor="ctr" bIns="45700" lIns="91425" spcFirstLastPara="1" rIns="91425" wrap="square" tIns="45700">
            <a:noAutofit/>
          </a:bodyPr>
          <a:lstStyle/>
          <a:p>
            <a:pPr indent="-165100" lvl="0" marL="342900" marR="0" rtl="0" algn="l">
              <a:spcBef>
                <a:spcPts val="0"/>
              </a:spcBef>
              <a:spcAft>
                <a:spcPts val="0"/>
              </a:spcAft>
              <a:buClr>
                <a:schemeClr val="dk1"/>
              </a:buClr>
              <a:buSzPts val="2800"/>
              <a:buFont typeface="Calibri"/>
              <a:buNone/>
            </a:pPr>
            <a:r>
              <a:t/>
            </a:r>
            <a:endParaRPr b="0" i="0" sz="2800" u="none" cap="none" strike="noStrike">
              <a:solidFill>
                <a:schemeClr val="lt1"/>
              </a:solidFill>
              <a:latin typeface="Calibri"/>
              <a:ea typeface="Calibri"/>
              <a:cs typeface="Calibri"/>
              <a:sym typeface="Calibri"/>
            </a:endParaRPr>
          </a:p>
        </p:txBody>
      </p:sp>
      <p:sp>
        <p:nvSpPr>
          <p:cNvPr id="201" name="Google Shape;201;g33a30e3e94f_0_30"/>
          <p:cNvSpPr/>
          <p:nvPr/>
        </p:nvSpPr>
        <p:spPr>
          <a:xfrm rot="-5400000">
            <a:off x="-1239000" y="2895006"/>
            <a:ext cx="3401400" cy="9234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0" i="0" lang="en-US" sz="5400" u="none" cap="none" strike="noStrike">
                <a:solidFill>
                  <a:schemeClr val="dk1"/>
                </a:solidFill>
                <a:latin typeface="Calibri"/>
                <a:ea typeface="Calibri"/>
                <a:cs typeface="Calibri"/>
                <a:sym typeface="Calibri"/>
              </a:rPr>
              <a:t>Ref : CEHv9</a:t>
            </a:r>
            <a:endParaRPr b="0" i="0" sz="5400" u="none" cap="none" strike="noStrike">
              <a:solidFill>
                <a:schemeClr val="dk1"/>
              </a:solidFill>
              <a:latin typeface="Calibri"/>
              <a:ea typeface="Calibri"/>
              <a:cs typeface="Calibri"/>
              <a:sym typeface="Calibri"/>
            </a:endParaRPr>
          </a:p>
        </p:txBody>
      </p:sp>
      <p:pic>
        <p:nvPicPr>
          <p:cNvPr descr="Screen Clipping" id="202" name="Google Shape;202;g33a30e3e94f_0_30"/>
          <p:cNvPicPr preferRelativeResize="0"/>
          <p:nvPr>
            <p:ph idx="1" type="body"/>
          </p:nvPr>
        </p:nvPicPr>
        <p:blipFill rotWithShape="1">
          <a:blip r:embed="rId3">
            <a:alphaModFix/>
          </a:blip>
          <a:srcRect b="0" l="0" r="0" t="0"/>
          <a:stretch/>
        </p:blipFill>
        <p:spPr>
          <a:xfrm>
            <a:off x="896250" y="990393"/>
            <a:ext cx="10399500" cy="5575800"/>
          </a:xfrm>
          <a:prstGeom prst="rect">
            <a:avLst/>
          </a:prstGeom>
          <a:noFill/>
          <a:ln>
            <a:noFill/>
          </a:ln>
        </p:spPr>
      </p:pic>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2015-12-24T04:18:06Z</dcterms:created>
  <dc:creator>Maruf</dc:creator>
</cp:coreProperties>
</file>